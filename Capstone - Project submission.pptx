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78" r:id="rId6"/>
    <p:sldId id="290" r:id="rId7"/>
    <p:sldId id="260" r:id="rId8"/>
    <p:sldId id="258" r:id="rId9"/>
    <p:sldId id="259" r:id="rId10"/>
    <p:sldId id="280" r:id="rId11"/>
    <p:sldId id="262" r:id="rId12"/>
    <p:sldId id="281" r:id="rId13"/>
    <p:sldId id="264" r:id="rId14"/>
    <p:sldId id="283" r:id="rId15"/>
    <p:sldId id="282" r:id="rId16"/>
    <p:sldId id="286" r:id="rId17"/>
    <p:sldId id="284" r:id="rId18"/>
    <p:sldId id="28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94" autoAdjust="0"/>
  </p:normalViewPr>
  <p:slideViewPr>
    <p:cSldViewPr snapToGrid="0">
      <p:cViewPr varScale="1">
        <p:scale>
          <a:sx n="105" d="100"/>
          <a:sy n="105" d="100"/>
        </p:scale>
        <p:origin x="834" y="10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2E96E0-EC1A-4EEA-BF7C-4756FFDFAE47}"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3DCC27E0-7094-4B99-8047-F331C82AB0EC}">
      <dgm:prSet phldrT="[Text]" phldr="0"/>
      <dgm:spPr>
        <a:solidFill>
          <a:schemeClr val="accent1">
            <a:lumMod val="40000"/>
            <a:lumOff val="60000"/>
          </a:schemeClr>
        </a:solidFill>
      </dgm:spPr>
      <dgm:t>
        <a:bodyPr/>
        <a:lstStyle/>
        <a:p>
          <a:r>
            <a:rPr lang="en-US" dirty="0"/>
            <a:t>Member contacts the  call center</a:t>
          </a:r>
        </a:p>
      </dgm:t>
    </dgm:pt>
    <dgm:pt modelId="{F590AEBC-E49E-471D-A5A6-3705DB498A6F}" type="parTrans" cxnId="{A1B7C430-5C64-4918-A958-45B313608208}">
      <dgm:prSet/>
      <dgm:spPr/>
      <dgm:t>
        <a:bodyPr/>
        <a:lstStyle/>
        <a:p>
          <a:endParaRPr lang="en-US"/>
        </a:p>
      </dgm:t>
    </dgm:pt>
    <dgm:pt modelId="{44E73062-987E-4039-AEB6-454555FAEEC6}" type="sibTrans" cxnId="{A1B7C430-5C64-4918-A958-45B313608208}">
      <dgm:prSet/>
      <dgm:spPr>
        <a:solidFill>
          <a:schemeClr val="accent6"/>
        </a:solidFill>
      </dgm:spPr>
      <dgm:t>
        <a:bodyPr/>
        <a:lstStyle/>
        <a:p>
          <a:endParaRPr lang="en-US" dirty="0"/>
        </a:p>
      </dgm:t>
    </dgm:pt>
    <dgm:pt modelId="{A6434FDA-91AA-4C2B-AECE-BB9901C071B2}">
      <dgm:prSet phldrT="[Text]" phldr="0"/>
      <dgm:spPr>
        <a:solidFill>
          <a:schemeClr val="accent1">
            <a:lumMod val="60000"/>
            <a:lumOff val="40000"/>
          </a:schemeClr>
        </a:solidFill>
      </dgm:spPr>
      <dgm:t>
        <a:bodyPr/>
        <a:lstStyle/>
        <a:p>
          <a:r>
            <a:rPr lang="en-US" dirty="0"/>
            <a:t>Agent assists the member</a:t>
          </a:r>
        </a:p>
      </dgm:t>
    </dgm:pt>
    <dgm:pt modelId="{D6F37448-98BB-4B1C-BAC8-BE73456E2620}" type="parTrans" cxnId="{F7487AF5-B4F2-4CD8-BDB0-31070059FA06}">
      <dgm:prSet/>
      <dgm:spPr/>
      <dgm:t>
        <a:bodyPr/>
        <a:lstStyle/>
        <a:p>
          <a:endParaRPr lang="en-US"/>
        </a:p>
      </dgm:t>
    </dgm:pt>
    <dgm:pt modelId="{B305B8D8-3A04-436C-9E61-5B669E38E8F6}" type="sibTrans" cxnId="{F7487AF5-B4F2-4CD8-BDB0-31070059FA06}">
      <dgm:prSet/>
      <dgm:spPr>
        <a:solidFill>
          <a:schemeClr val="accent6"/>
        </a:solidFill>
      </dgm:spPr>
      <dgm:t>
        <a:bodyPr/>
        <a:lstStyle/>
        <a:p>
          <a:endParaRPr lang="en-US" dirty="0"/>
        </a:p>
      </dgm:t>
    </dgm:pt>
    <dgm:pt modelId="{027E5267-AA00-4826-B2AF-4BCB3EA65A12}">
      <dgm:prSet phldrT="[Text]" phldr="0"/>
      <dgm:spPr>
        <a:solidFill>
          <a:schemeClr val="tx2">
            <a:lumMod val="60000"/>
            <a:lumOff val="40000"/>
          </a:schemeClr>
        </a:solidFill>
      </dgm:spPr>
      <dgm:t>
        <a:bodyPr/>
        <a:lstStyle/>
        <a:p>
          <a:r>
            <a:rPr lang="en-US" dirty="0"/>
            <a:t>Survey feedback  captured</a:t>
          </a:r>
        </a:p>
      </dgm:t>
    </dgm:pt>
    <dgm:pt modelId="{B74044D1-8E4F-4446-98C9-B19D0C51FD31}" type="parTrans" cxnId="{C8E6AEFB-302F-44E9-91E5-623975982FBB}">
      <dgm:prSet/>
      <dgm:spPr/>
      <dgm:t>
        <a:bodyPr/>
        <a:lstStyle/>
        <a:p>
          <a:endParaRPr lang="en-US"/>
        </a:p>
      </dgm:t>
    </dgm:pt>
    <dgm:pt modelId="{8F07B773-74FC-4672-B0E7-3F07EB1DFA4B}" type="sibTrans" cxnId="{C8E6AEFB-302F-44E9-91E5-623975982FBB}">
      <dgm:prSet/>
      <dgm:spPr/>
      <dgm:t>
        <a:bodyPr/>
        <a:lstStyle/>
        <a:p>
          <a:endParaRPr lang="en-US"/>
        </a:p>
      </dgm:t>
    </dgm:pt>
    <dgm:pt modelId="{DF5C900C-AFD5-49C8-B929-F43E8B58941A}">
      <dgm:prSet/>
      <dgm:spPr>
        <a:solidFill>
          <a:schemeClr val="tx2"/>
        </a:solidFill>
      </dgm:spPr>
      <dgm:t>
        <a:bodyPr/>
        <a:lstStyle/>
        <a:p>
          <a:r>
            <a:rPr lang="en-US" dirty="0"/>
            <a:t>Member routed to survey</a:t>
          </a:r>
        </a:p>
      </dgm:t>
    </dgm:pt>
    <dgm:pt modelId="{6811C8CE-2178-4644-8BFC-0A5D28D9AF1F}" type="parTrans" cxnId="{C9E76E89-7DDE-4513-AC76-5BAB989C6886}">
      <dgm:prSet/>
      <dgm:spPr/>
      <dgm:t>
        <a:bodyPr/>
        <a:lstStyle/>
        <a:p>
          <a:endParaRPr lang="en-US"/>
        </a:p>
      </dgm:t>
    </dgm:pt>
    <dgm:pt modelId="{5682F174-8563-4E5C-B77B-62E97434100D}" type="sibTrans" cxnId="{C9E76E89-7DDE-4513-AC76-5BAB989C6886}">
      <dgm:prSet/>
      <dgm:spPr>
        <a:solidFill>
          <a:schemeClr val="accent6"/>
        </a:solidFill>
      </dgm:spPr>
      <dgm:t>
        <a:bodyPr/>
        <a:lstStyle/>
        <a:p>
          <a:endParaRPr lang="en-US" dirty="0"/>
        </a:p>
      </dgm:t>
    </dgm:pt>
    <dgm:pt modelId="{2EF47543-F048-4096-83C0-B760C1CEE018}">
      <dgm:prSet/>
      <dgm:spPr>
        <a:solidFill>
          <a:schemeClr val="tx2">
            <a:lumMod val="75000"/>
          </a:schemeClr>
        </a:solidFill>
      </dgm:spPr>
      <dgm:t>
        <a:bodyPr/>
        <a:lstStyle/>
        <a:p>
          <a:r>
            <a:rPr lang="en-US" dirty="0"/>
            <a:t>Call end</a:t>
          </a:r>
        </a:p>
      </dgm:t>
    </dgm:pt>
    <dgm:pt modelId="{7A9737E9-BB3D-4BF5-B015-A218DCEB6EF5}" type="parTrans" cxnId="{B28592F0-63B5-4015-AFB4-FAE6C537A2DE}">
      <dgm:prSet/>
      <dgm:spPr/>
      <dgm:t>
        <a:bodyPr/>
        <a:lstStyle/>
        <a:p>
          <a:endParaRPr lang="en-US"/>
        </a:p>
      </dgm:t>
    </dgm:pt>
    <dgm:pt modelId="{CFC65E53-A86C-402C-A6D8-4D0A2E764F00}" type="sibTrans" cxnId="{B28592F0-63B5-4015-AFB4-FAE6C537A2DE}">
      <dgm:prSet/>
      <dgm:spPr>
        <a:solidFill>
          <a:schemeClr val="accent6"/>
        </a:solidFill>
      </dgm:spPr>
      <dgm:t>
        <a:bodyPr/>
        <a:lstStyle/>
        <a:p>
          <a:endParaRPr lang="en-US" dirty="0"/>
        </a:p>
      </dgm:t>
    </dgm:pt>
    <dgm:pt modelId="{F04E28A3-1F0B-400E-A306-437665E79859}" type="pres">
      <dgm:prSet presAssocID="{CE2E96E0-EC1A-4EEA-BF7C-4756FFDFAE47}" presName="Name0" presStyleCnt="0">
        <dgm:presLayoutVars>
          <dgm:dir/>
          <dgm:resizeHandles val="exact"/>
        </dgm:presLayoutVars>
      </dgm:prSet>
      <dgm:spPr/>
    </dgm:pt>
    <dgm:pt modelId="{D2C2A251-7AF3-42D5-9043-234E9273F547}" type="pres">
      <dgm:prSet presAssocID="{3DCC27E0-7094-4B99-8047-F331C82AB0EC}" presName="node" presStyleLbl="node1" presStyleIdx="0" presStyleCnt="5">
        <dgm:presLayoutVars>
          <dgm:bulletEnabled val="1"/>
        </dgm:presLayoutVars>
      </dgm:prSet>
      <dgm:spPr/>
    </dgm:pt>
    <dgm:pt modelId="{8CA8CD03-0ED5-47E1-93B0-1B22B7A27B26}" type="pres">
      <dgm:prSet presAssocID="{44E73062-987E-4039-AEB6-454555FAEEC6}" presName="sibTrans" presStyleLbl="sibTrans2D1" presStyleIdx="0" presStyleCnt="4"/>
      <dgm:spPr/>
    </dgm:pt>
    <dgm:pt modelId="{FD266DE4-257D-4CEF-A3EF-34FC668D1DB8}" type="pres">
      <dgm:prSet presAssocID="{44E73062-987E-4039-AEB6-454555FAEEC6}" presName="connectorText" presStyleLbl="sibTrans2D1" presStyleIdx="0" presStyleCnt="4"/>
      <dgm:spPr/>
    </dgm:pt>
    <dgm:pt modelId="{07C65024-1C59-464B-B54A-A7BC9C7505A6}" type="pres">
      <dgm:prSet presAssocID="{A6434FDA-91AA-4C2B-AECE-BB9901C071B2}" presName="node" presStyleLbl="node1" presStyleIdx="1" presStyleCnt="5">
        <dgm:presLayoutVars>
          <dgm:bulletEnabled val="1"/>
        </dgm:presLayoutVars>
      </dgm:prSet>
      <dgm:spPr/>
    </dgm:pt>
    <dgm:pt modelId="{A0C67B1C-A087-435F-A3EF-6E5E67D10676}" type="pres">
      <dgm:prSet presAssocID="{B305B8D8-3A04-436C-9E61-5B669E38E8F6}" presName="sibTrans" presStyleLbl="sibTrans2D1" presStyleIdx="1" presStyleCnt="4"/>
      <dgm:spPr/>
    </dgm:pt>
    <dgm:pt modelId="{12898F6A-1D32-4D8A-9A68-591BEA234D20}" type="pres">
      <dgm:prSet presAssocID="{B305B8D8-3A04-436C-9E61-5B669E38E8F6}" presName="connectorText" presStyleLbl="sibTrans2D1" presStyleIdx="1" presStyleCnt="4"/>
      <dgm:spPr/>
    </dgm:pt>
    <dgm:pt modelId="{E25F64F0-75A2-4467-AC3B-6BE5A1552278}" type="pres">
      <dgm:prSet presAssocID="{2EF47543-F048-4096-83C0-B760C1CEE018}" presName="node" presStyleLbl="node1" presStyleIdx="2" presStyleCnt="5">
        <dgm:presLayoutVars>
          <dgm:bulletEnabled val="1"/>
        </dgm:presLayoutVars>
      </dgm:prSet>
      <dgm:spPr/>
    </dgm:pt>
    <dgm:pt modelId="{C1A58C97-439D-4506-9DA3-F9F657649A8E}" type="pres">
      <dgm:prSet presAssocID="{CFC65E53-A86C-402C-A6D8-4D0A2E764F00}" presName="sibTrans" presStyleLbl="sibTrans2D1" presStyleIdx="2" presStyleCnt="4"/>
      <dgm:spPr/>
    </dgm:pt>
    <dgm:pt modelId="{59E2AE41-1958-4F1F-9BCB-FFA51C386109}" type="pres">
      <dgm:prSet presAssocID="{CFC65E53-A86C-402C-A6D8-4D0A2E764F00}" presName="connectorText" presStyleLbl="sibTrans2D1" presStyleIdx="2" presStyleCnt="4"/>
      <dgm:spPr/>
    </dgm:pt>
    <dgm:pt modelId="{4DBDD993-6577-4F42-B184-7638C073C935}" type="pres">
      <dgm:prSet presAssocID="{DF5C900C-AFD5-49C8-B929-F43E8B58941A}" presName="node" presStyleLbl="node1" presStyleIdx="3" presStyleCnt="5">
        <dgm:presLayoutVars>
          <dgm:bulletEnabled val="1"/>
        </dgm:presLayoutVars>
      </dgm:prSet>
      <dgm:spPr/>
    </dgm:pt>
    <dgm:pt modelId="{0D2265C8-4703-43ED-8A3E-8CDE24699EFC}" type="pres">
      <dgm:prSet presAssocID="{5682F174-8563-4E5C-B77B-62E97434100D}" presName="sibTrans" presStyleLbl="sibTrans2D1" presStyleIdx="3" presStyleCnt="4"/>
      <dgm:spPr/>
    </dgm:pt>
    <dgm:pt modelId="{E951F08D-DFC4-4CA4-B3C8-D43CB31150B3}" type="pres">
      <dgm:prSet presAssocID="{5682F174-8563-4E5C-B77B-62E97434100D}" presName="connectorText" presStyleLbl="sibTrans2D1" presStyleIdx="3" presStyleCnt="4"/>
      <dgm:spPr/>
    </dgm:pt>
    <dgm:pt modelId="{06F6C601-DBEB-4EAE-AD93-2125FCDA3B4F}" type="pres">
      <dgm:prSet presAssocID="{027E5267-AA00-4826-B2AF-4BCB3EA65A12}" presName="node" presStyleLbl="node1" presStyleIdx="4" presStyleCnt="5">
        <dgm:presLayoutVars>
          <dgm:bulletEnabled val="1"/>
        </dgm:presLayoutVars>
      </dgm:prSet>
      <dgm:spPr/>
    </dgm:pt>
  </dgm:ptLst>
  <dgm:cxnLst>
    <dgm:cxn modelId="{6713960D-DF7D-454E-A214-CBEF5B0A4C87}" type="presOf" srcId="{44E73062-987E-4039-AEB6-454555FAEEC6}" destId="{8CA8CD03-0ED5-47E1-93B0-1B22B7A27B26}" srcOrd="0" destOrd="0" presId="urn:microsoft.com/office/officeart/2005/8/layout/process1"/>
    <dgm:cxn modelId="{EAE0980D-90A8-4339-A7E3-BF7EE5D2F80B}" type="presOf" srcId="{DF5C900C-AFD5-49C8-B929-F43E8B58941A}" destId="{4DBDD993-6577-4F42-B184-7638C073C935}" srcOrd="0" destOrd="0" presId="urn:microsoft.com/office/officeart/2005/8/layout/process1"/>
    <dgm:cxn modelId="{54DACD2C-FA63-4090-9417-34D32242D935}" type="presOf" srcId="{3DCC27E0-7094-4B99-8047-F331C82AB0EC}" destId="{D2C2A251-7AF3-42D5-9043-234E9273F547}" srcOrd="0" destOrd="0" presId="urn:microsoft.com/office/officeart/2005/8/layout/process1"/>
    <dgm:cxn modelId="{A1B7C430-5C64-4918-A958-45B313608208}" srcId="{CE2E96E0-EC1A-4EEA-BF7C-4756FFDFAE47}" destId="{3DCC27E0-7094-4B99-8047-F331C82AB0EC}" srcOrd="0" destOrd="0" parTransId="{F590AEBC-E49E-471D-A5A6-3705DB498A6F}" sibTransId="{44E73062-987E-4039-AEB6-454555FAEEC6}"/>
    <dgm:cxn modelId="{D19C0B32-1083-444D-87FD-F5627D8E0B5B}" type="presOf" srcId="{CE2E96E0-EC1A-4EEA-BF7C-4756FFDFAE47}" destId="{F04E28A3-1F0B-400E-A306-437665E79859}" srcOrd="0" destOrd="0" presId="urn:microsoft.com/office/officeart/2005/8/layout/process1"/>
    <dgm:cxn modelId="{5F938B39-F6F8-4590-80F5-DDC84CD22D7F}" type="presOf" srcId="{44E73062-987E-4039-AEB6-454555FAEEC6}" destId="{FD266DE4-257D-4CEF-A3EF-34FC668D1DB8}" srcOrd="1" destOrd="0" presId="urn:microsoft.com/office/officeart/2005/8/layout/process1"/>
    <dgm:cxn modelId="{8BC7C95D-C63E-4B3D-B653-E5A8F0797F2B}" type="presOf" srcId="{027E5267-AA00-4826-B2AF-4BCB3EA65A12}" destId="{06F6C601-DBEB-4EAE-AD93-2125FCDA3B4F}" srcOrd="0" destOrd="0" presId="urn:microsoft.com/office/officeart/2005/8/layout/process1"/>
    <dgm:cxn modelId="{3BCCBB67-B958-42AB-8762-79F5355F5125}" type="presOf" srcId="{5682F174-8563-4E5C-B77B-62E97434100D}" destId="{E951F08D-DFC4-4CA4-B3C8-D43CB31150B3}" srcOrd="1" destOrd="0" presId="urn:microsoft.com/office/officeart/2005/8/layout/process1"/>
    <dgm:cxn modelId="{BC6E8887-2B87-454C-9A9F-716EE43C7C21}" type="presOf" srcId="{B305B8D8-3A04-436C-9E61-5B669E38E8F6}" destId="{A0C67B1C-A087-435F-A3EF-6E5E67D10676}" srcOrd="0" destOrd="0" presId="urn:microsoft.com/office/officeart/2005/8/layout/process1"/>
    <dgm:cxn modelId="{C9E76E89-7DDE-4513-AC76-5BAB989C6886}" srcId="{CE2E96E0-EC1A-4EEA-BF7C-4756FFDFAE47}" destId="{DF5C900C-AFD5-49C8-B929-F43E8B58941A}" srcOrd="3" destOrd="0" parTransId="{6811C8CE-2178-4644-8BFC-0A5D28D9AF1F}" sibTransId="{5682F174-8563-4E5C-B77B-62E97434100D}"/>
    <dgm:cxn modelId="{4CB61C93-7180-45ED-AE54-E7909DE02ADC}" type="presOf" srcId="{5682F174-8563-4E5C-B77B-62E97434100D}" destId="{0D2265C8-4703-43ED-8A3E-8CDE24699EFC}" srcOrd="0" destOrd="0" presId="urn:microsoft.com/office/officeart/2005/8/layout/process1"/>
    <dgm:cxn modelId="{C70D13AE-ACB4-4286-ADBF-7AD4774CEC8A}" type="presOf" srcId="{2EF47543-F048-4096-83C0-B760C1CEE018}" destId="{E25F64F0-75A2-4467-AC3B-6BE5A1552278}" srcOrd="0" destOrd="0" presId="urn:microsoft.com/office/officeart/2005/8/layout/process1"/>
    <dgm:cxn modelId="{65788DB5-C426-4B77-8AE6-641E7C3558A2}" type="presOf" srcId="{CFC65E53-A86C-402C-A6D8-4D0A2E764F00}" destId="{C1A58C97-439D-4506-9DA3-F9F657649A8E}" srcOrd="0" destOrd="0" presId="urn:microsoft.com/office/officeart/2005/8/layout/process1"/>
    <dgm:cxn modelId="{54843DC3-55F3-48E0-80C6-7C0810BF3F2F}" type="presOf" srcId="{A6434FDA-91AA-4C2B-AECE-BB9901C071B2}" destId="{07C65024-1C59-464B-B54A-A7BC9C7505A6}" srcOrd="0" destOrd="0" presId="urn:microsoft.com/office/officeart/2005/8/layout/process1"/>
    <dgm:cxn modelId="{81C6CBDE-B08A-4B2D-A4A2-90CA866AFF2C}" type="presOf" srcId="{B305B8D8-3A04-436C-9E61-5B669E38E8F6}" destId="{12898F6A-1D32-4D8A-9A68-591BEA234D20}" srcOrd="1" destOrd="0" presId="urn:microsoft.com/office/officeart/2005/8/layout/process1"/>
    <dgm:cxn modelId="{62E40DEC-F0FC-46B8-979E-F51E0D914D6D}" type="presOf" srcId="{CFC65E53-A86C-402C-A6D8-4D0A2E764F00}" destId="{59E2AE41-1958-4F1F-9BCB-FFA51C386109}" srcOrd="1" destOrd="0" presId="urn:microsoft.com/office/officeart/2005/8/layout/process1"/>
    <dgm:cxn modelId="{B28592F0-63B5-4015-AFB4-FAE6C537A2DE}" srcId="{CE2E96E0-EC1A-4EEA-BF7C-4756FFDFAE47}" destId="{2EF47543-F048-4096-83C0-B760C1CEE018}" srcOrd="2" destOrd="0" parTransId="{7A9737E9-BB3D-4BF5-B015-A218DCEB6EF5}" sibTransId="{CFC65E53-A86C-402C-A6D8-4D0A2E764F00}"/>
    <dgm:cxn modelId="{F7487AF5-B4F2-4CD8-BDB0-31070059FA06}" srcId="{CE2E96E0-EC1A-4EEA-BF7C-4756FFDFAE47}" destId="{A6434FDA-91AA-4C2B-AECE-BB9901C071B2}" srcOrd="1" destOrd="0" parTransId="{D6F37448-98BB-4B1C-BAC8-BE73456E2620}" sibTransId="{B305B8D8-3A04-436C-9E61-5B669E38E8F6}"/>
    <dgm:cxn modelId="{C8E6AEFB-302F-44E9-91E5-623975982FBB}" srcId="{CE2E96E0-EC1A-4EEA-BF7C-4756FFDFAE47}" destId="{027E5267-AA00-4826-B2AF-4BCB3EA65A12}" srcOrd="4" destOrd="0" parTransId="{B74044D1-8E4F-4446-98C9-B19D0C51FD31}" sibTransId="{8F07B773-74FC-4672-B0E7-3F07EB1DFA4B}"/>
    <dgm:cxn modelId="{BF5002DF-8C05-479E-8EC9-EC597EA5429C}" type="presParOf" srcId="{F04E28A3-1F0B-400E-A306-437665E79859}" destId="{D2C2A251-7AF3-42D5-9043-234E9273F547}" srcOrd="0" destOrd="0" presId="urn:microsoft.com/office/officeart/2005/8/layout/process1"/>
    <dgm:cxn modelId="{5A478246-E70F-46F8-94B3-27C19ED4C22D}" type="presParOf" srcId="{F04E28A3-1F0B-400E-A306-437665E79859}" destId="{8CA8CD03-0ED5-47E1-93B0-1B22B7A27B26}" srcOrd="1" destOrd="0" presId="urn:microsoft.com/office/officeart/2005/8/layout/process1"/>
    <dgm:cxn modelId="{5C215283-D5AC-4372-BA08-8F4B7AD50750}" type="presParOf" srcId="{8CA8CD03-0ED5-47E1-93B0-1B22B7A27B26}" destId="{FD266DE4-257D-4CEF-A3EF-34FC668D1DB8}" srcOrd="0" destOrd="0" presId="urn:microsoft.com/office/officeart/2005/8/layout/process1"/>
    <dgm:cxn modelId="{06AE7574-4BD1-4EEC-AD29-C346BC99F33E}" type="presParOf" srcId="{F04E28A3-1F0B-400E-A306-437665E79859}" destId="{07C65024-1C59-464B-B54A-A7BC9C7505A6}" srcOrd="2" destOrd="0" presId="urn:microsoft.com/office/officeart/2005/8/layout/process1"/>
    <dgm:cxn modelId="{9B9A3AC3-B876-4D54-80F9-C865AA8DF198}" type="presParOf" srcId="{F04E28A3-1F0B-400E-A306-437665E79859}" destId="{A0C67B1C-A087-435F-A3EF-6E5E67D10676}" srcOrd="3" destOrd="0" presId="urn:microsoft.com/office/officeart/2005/8/layout/process1"/>
    <dgm:cxn modelId="{68FDF5E0-CAC9-4D16-8C0B-673A5C9F0E21}" type="presParOf" srcId="{A0C67B1C-A087-435F-A3EF-6E5E67D10676}" destId="{12898F6A-1D32-4D8A-9A68-591BEA234D20}" srcOrd="0" destOrd="0" presId="urn:microsoft.com/office/officeart/2005/8/layout/process1"/>
    <dgm:cxn modelId="{197E28EA-6A74-4A36-8C57-E56348D90E35}" type="presParOf" srcId="{F04E28A3-1F0B-400E-A306-437665E79859}" destId="{E25F64F0-75A2-4467-AC3B-6BE5A1552278}" srcOrd="4" destOrd="0" presId="urn:microsoft.com/office/officeart/2005/8/layout/process1"/>
    <dgm:cxn modelId="{07051A5B-2BA1-466A-82F1-74FDEB8C339F}" type="presParOf" srcId="{F04E28A3-1F0B-400E-A306-437665E79859}" destId="{C1A58C97-439D-4506-9DA3-F9F657649A8E}" srcOrd="5" destOrd="0" presId="urn:microsoft.com/office/officeart/2005/8/layout/process1"/>
    <dgm:cxn modelId="{9F495F45-DAB9-4987-AC74-6E3B020EA50E}" type="presParOf" srcId="{C1A58C97-439D-4506-9DA3-F9F657649A8E}" destId="{59E2AE41-1958-4F1F-9BCB-FFA51C386109}" srcOrd="0" destOrd="0" presId="urn:microsoft.com/office/officeart/2005/8/layout/process1"/>
    <dgm:cxn modelId="{9700F83E-B0BE-4B07-BD0A-A24BB3D92C64}" type="presParOf" srcId="{F04E28A3-1F0B-400E-A306-437665E79859}" destId="{4DBDD993-6577-4F42-B184-7638C073C935}" srcOrd="6" destOrd="0" presId="urn:microsoft.com/office/officeart/2005/8/layout/process1"/>
    <dgm:cxn modelId="{D8489132-A497-4490-BADA-315373429076}" type="presParOf" srcId="{F04E28A3-1F0B-400E-A306-437665E79859}" destId="{0D2265C8-4703-43ED-8A3E-8CDE24699EFC}" srcOrd="7" destOrd="0" presId="urn:microsoft.com/office/officeart/2005/8/layout/process1"/>
    <dgm:cxn modelId="{2E187964-6306-43DA-93BA-69A194146772}" type="presParOf" srcId="{0D2265C8-4703-43ED-8A3E-8CDE24699EFC}" destId="{E951F08D-DFC4-4CA4-B3C8-D43CB31150B3}" srcOrd="0" destOrd="0" presId="urn:microsoft.com/office/officeart/2005/8/layout/process1"/>
    <dgm:cxn modelId="{E574A8C3-EE2E-4DFF-8371-50C4D651B784}" type="presParOf" srcId="{F04E28A3-1F0B-400E-A306-437665E79859}" destId="{06F6C601-DBEB-4EAE-AD93-2125FCDA3B4F}"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63B122-3F90-4D27-B377-8863B32757A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D85C74D-9C79-4EC5-8F35-0F610821097B}">
      <dgm:prSet phldrT="[Text]" phldr="0" custT="1"/>
      <dgm:spPr/>
      <dgm:t>
        <a:bodyPr/>
        <a:lstStyle/>
        <a:p>
          <a:r>
            <a:rPr lang="en-US" sz="2800" dirty="0"/>
            <a:t>NPS Dental</a:t>
          </a:r>
        </a:p>
      </dgm:t>
    </dgm:pt>
    <dgm:pt modelId="{8AB9B1CA-86B8-4DFB-9949-FDC3C87CFB07}" type="parTrans" cxnId="{EEC016EC-CE03-4722-AA8B-89E8E1BCACB6}">
      <dgm:prSet/>
      <dgm:spPr/>
      <dgm:t>
        <a:bodyPr/>
        <a:lstStyle/>
        <a:p>
          <a:endParaRPr lang="en-US"/>
        </a:p>
      </dgm:t>
    </dgm:pt>
    <dgm:pt modelId="{D05FC6C9-B548-4F80-895F-D72819AEB400}" type="sibTrans" cxnId="{EEC016EC-CE03-4722-AA8B-89E8E1BCACB6}">
      <dgm:prSet/>
      <dgm:spPr/>
      <dgm:t>
        <a:bodyPr/>
        <a:lstStyle/>
        <a:p>
          <a:endParaRPr lang="en-US"/>
        </a:p>
      </dgm:t>
    </dgm:pt>
    <dgm:pt modelId="{68FBF003-18F6-4330-B6E7-D50B16A4D1AC}">
      <dgm:prSet phldrT="[Text]" phldr="0" custT="1"/>
      <dgm:spPr/>
      <dgm:t>
        <a:bodyPr/>
        <a:lstStyle/>
        <a:p>
          <a:r>
            <a:rPr lang="en-US" sz="1200" dirty="0"/>
            <a:t>On a scale of 1 to 5, where 1 is not at all likely and 5 is extremely likely, how likely are you to recommend your Dental services to a friend or family member?</a:t>
          </a:r>
        </a:p>
      </dgm:t>
    </dgm:pt>
    <dgm:pt modelId="{824CCDB8-2E5E-4272-AA26-387A61EC2187}" type="parTrans" cxnId="{ED3B23EB-F3A8-4D7E-AF52-482081BAAE9B}">
      <dgm:prSet/>
      <dgm:spPr/>
      <dgm:t>
        <a:bodyPr/>
        <a:lstStyle/>
        <a:p>
          <a:endParaRPr lang="en-US"/>
        </a:p>
      </dgm:t>
    </dgm:pt>
    <dgm:pt modelId="{48005CD0-937C-4B11-814D-D5A82BD5DD1D}" type="sibTrans" cxnId="{ED3B23EB-F3A8-4D7E-AF52-482081BAAE9B}">
      <dgm:prSet/>
      <dgm:spPr/>
      <dgm:t>
        <a:bodyPr/>
        <a:lstStyle/>
        <a:p>
          <a:endParaRPr lang="en-US"/>
        </a:p>
      </dgm:t>
    </dgm:pt>
    <dgm:pt modelId="{C5213CE6-F5D0-4687-ACC3-117394010981}">
      <dgm:prSet phldrT="[Text]" custT="1"/>
      <dgm:spPr/>
      <dgm:t>
        <a:bodyPr/>
        <a:lstStyle/>
        <a:p>
          <a:r>
            <a:rPr lang="en-US" sz="2800" dirty="0"/>
            <a:t>Ease</a:t>
          </a:r>
        </a:p>
      </dgm:t>
    </dgm:pt>
    <dgm:pt modelId="{F1555F77-C657-42AC-ACEA-2FC635498C19}" type="parTrans" cxnId="{4CBF7083-2FF8-4173-9735-1B783A5C70C0}">
      <dgm:prSet/>
      <dgm:spPr/>
      <dgm:t>
        <a:bodyPr/>
        <a:lstStyle/>
        <a:p>
          <a:endParaRPr lang="en-US"/>
        </a:p>
      </dgm:t>
    </dgm:pt>
    <dgm:pt modelId="{13F3A4EF-BC48-4E17-9D09-99ECA920720E}" type="sibTrans" cxnId="{4CBF7083-2FF8-4173-9735-1B783A5C70C0}">
      <dgm:prSet/>
      <dgm:spPr/>
      <dgm:t>
        <a:bodyPr/>
        <a:lstStyle/>
        <a:p>
          <a:endParaRPr lang="en-US"/>
        </a:p>
      </dgm:t>
    </dgm:pt>
    <dgm:pt modelId="{994A45DB-46E5-4FB1-A184-776AE6D876CD}">
      <dgm:prSet phldrT="[Text]" phldr="0" custT="1"/>
      <dgm:spPr/>
      <dgm:t>
        <a:bodyPr/>
        <a:lstStyle/>
        <a:p>
          <a:r>
            <a:rPr lang="en-US" sz="1200" dirty="0"/>
            <a:t>On a scale of 1 to 5, where 1 is very difficult and 5 is very easy, how easy is it for you to do business with Dental Customer Service?</a:t>
          </a:r>
        </a:p>
      </dgm:t>
    </dgm:pt>
    <dgm:pt modelId="{F132BC0E-3879-4E50-BF05-9F1C3494D6DF}" type="parTrans" cxnId="{0924EC26-0509-4CE4-9E3D-657FBD5CB662}">
      <dgm:prSet/>
      <dgm:spPr/>
      <dgm:t>
        <a:bodyPr/>
        <a:lstStyle/>
        <a:p>
          <a:endParaRPr lang="en-US"/>
        </a:p>
      </dgm:t>
    </dgm:pt>
    <dgm:pt modelId="{D2857703-DE0E-400C-8DFC-FBF7F11A26F5}" type="sibTrans" cxnId="{0924EC26-0509-4CE4-9E3D-657FBD5CB662}">
      <dgm:prSet/>
      <dgm:spPr/>
      <dgm:t>
        <a:bodyPr/>
        <a:lstStyle/>
        <a:p>
          <a:endParaRPr lang="en-US"/>
        </a:p>
      </dgm:t>
    </dgm:pt>
    <dgm:pt modelId="{60B11E63-A793-43EA-98A8-4CB805374D88}">
      <dgm:prSet phldrT="[Text]" phldr="0" custT="1"/>
      <dgm:spPr/>
      <dgm:t>
        <a:bodyPr/>
        <a:lstStyle/>
        <a:p>
          <a:r>
            <a:rPr lang="en-US" sz="2800" dirty="0"/>
            <a:t>Informed</a:t>
          </a:r>
        </a:p>
      </dgm:t>
    </dgm:pt>
    <dgm:pt modelId="{2B069C03-1F30-4746-93FA-5737A8B27FD8}" type="parTrans" cxnId="{70DAA29D-6E87-4109-BA1E-C9B6FC5E4BD5}">
      <dgm:prSet/>
      <dgm:spPr/>
      <dgm:t>
        <a:bodyPr/>
        <a:lstStyle/>
        <a:p>
          <a:endParaRPr lang="en-US"/>
        </a:p>
      </dgm:t>
    </dgm:pt>
    <dgm:pt modelId="{0EECC13C-6817-462F-9CD0-86E0878EAC26}" type="sibTrans" cxnId="{70DAA29D-6E87-4109-BA1E-C9B6FC5E4BD5}">
      <dgm:prSet/>
      <dgm:spPr/>
      <dgm:t>
        <a:bodyPr/>
        <a:lstStyle/>
        <a:p>
          <a:endParaRPr lang="en-US"/>
        </a:p>
      </dgm:t>
    </dgm:pt>
    <dgm:pt modelId="{AE0E5F49-03D9-49A7-96F9-8E7CF95024BA}">
      <dgm:prSet phldrT="[Text]" phldr="0" custT="1"/>
      <dgm:spPr/>
      <dgm:t>
        <a:bodyPr/>
        <a:lstStyle/>
        <a:p>
          <a:r>
            <a:rPr lang="en-US" sz="1200" dirty="0"/>
            <a:t>On a scale of 1 to 5, where 1 is strongly disagree and 5 is strongly agree, how much do you agree that the representative gave you the information or help you needed ?</a:t>
          </a:r>
        </a:p>
      </dgm:t>
    </dgm:pt>
    <dgm:pt modelId="{8293C933-30B8-4CA7-AA8A-58D357F48B6A}" type="parTrans" cxnId="{843AB80E-4A83-490C-A906-7FF61A5EBB75}">
      <dgm:prSet/>
      <dgm:spPr/>
      <dgm:t>
        <a:bodyPr/>
        <a:lstStyle/>
        <a:p>
          <a:endParaRPr lang="en-US"/>
        </a:p>
      </dgm:t>
    </dgm:pt>
    <dgm:pt modelId="{59CF9D24-D7CF-4F1F-8DA2-6D706CC55865}" type="sibTrans" cxnId="{843AB80E-4A83-490C-A906-7FF61A5EBB75}">
      <dgm:prSet/>
      <dgm:spPr/>
      <dgm:t>
        <a:bodyPr/>
        <a:lstStyle/>
        <a:p>
          <a:endParaRPr lang="en-US"/>
        </a:p>
      </dgm:t>
    </dgm:pt>
    <dgm:pt modelId="{A7A4458B-6447-4F74-98A5-4E56DD3C771A}">
      <dgm:prSet phldrT="[Text]" custT="1"/>
      <dgm:spPr/>
      <dgm:t>
        <a:bodyPr/>
        <a:lstStyle/>
        <a:p>
          <a:r>
            <a:rPr lang="en-US" sz="2800" dirty="0"/>
            <a:t>Courtesy</a:t>
          </a:r>
        </a:p>
      </dgm:t>
    </dgm:pt>
    <dgm:pt modelId="{3DEDFCD8-7E6E-443A-AD5B-0ABA220654CE}" type="parTrans" cxnId="{1978907B-E4A6-4F7F-B830-F9FEDF4F0CCD}">
      <dgm:prSet/>
      <dgm:spPr/>
      <dgm:t>
        <a:bodyPr/>
        <a:lstStyle/>
        <a:p>
          <a:endParaRPr lang="en-US"/>
        </a:p>
      </dgm:t>
    </dgm:pt>
    <dgm:pt modelId="{5DA927DE-FB1E-4E81-850A-FEC62020155F}" type="sibTrans" cxnId="{1978907B-E4A6-4F7F-B830-F9FEDF4F0CCD}">
      <dgm:prSet/>
      <dgm:spPr/>
      <dgm:t>
        <a:bodyPr/>
        <a:lstStyle/>
        <a:p>
          <a:endParaRPr lang="en-US"/>
        </a:p>
      </dgm:t>
    </dgm:pt>
    <dgm:pt modelId="{D0BA2079-B35B-40BA-A76A-CE28BA59CDAA}">
      <dgm:prSet custT="1"/>
      <dgm:spPr/>
      <dgm:t>
        <a:bodyPr/>
        <a:lstStyle/>
        <a:p>
          <a:r>
            <a:rPr lang="en-US" sz="2800" dirty="0"/>
            <a:t>Call Reason</a:t>
          </a:r>
        </a:p>
      </dgm:t>
    </dgm:pt>
    <dgm:pt modelId="{4D91A9D6-D008-47FF-AC42-BF7EA0E78E69}" type="parTrans" cxnId="{EE54D6CC-5B77-41DD-9DC1-AF8C588632F5}">
      <dgm:prSet/>
      <dgm:spPr/>
      <dgm:t>
        <a:bodyPr/>
        <a:lstStyle/>
        <a:p>
          <a:endParaRPr lang="en-US"/>
        </a:p>
      </dgm:t>
    </dgm:pt>
    <dgm:pt modelId="{AEA3D482-9869-4C08-9046-A162532AD4F7}" type="sibTrans" cxnId="{EE54D6CC-5B77-41DD-9DC1-AF8C588632F5}">
      <dgm:prSet/>
      <dgm:spPr/>
      <dgm:t>
        <a:bodyPr/>
        <a:lstStyle/>
        <a:p>
          <a:endParaRPr lang="en-US"/>
        </a:p>
      </dgm:t>
    </dgm:pt>
    <dgm:pt modelId="{494EF894-2757-4354-88C1-70773C00C6AF}">
      <dgm:prSet custT="1"/>
      <dgm:spPr/>
      <dgm:t>
        <a:bodyPr/>
        <a:lstStyle/>
        <a:p>
          <a:r>
            <a:rPr lang="en-US" sz="2800" dirty="0"/>
            <a:t>First Call</a:t>
          </a:r>
        </a:p>
      </dgm:t>
    </dgm:pt>
    <dgm:pt modelId="{CAEC24E9-C4AF-43AE-A119-02EA8FC8EED7}" type="parTrans" cxnId="{F0F0FC0C-48F2-4E9D-80C9-C4CAAACD5B8F}">
      <dgm:prSet/>
      <dgm:spPr/>
      <dgm:t>
        <a:bodyPr/>
        <a:lstStyle/>
        <a:p>
          <a:endParaRPr lang="en-US"/>
        </a:p>
      </dgm:t>
    </dgm:pt>
    <dgm:pt modelId="{8559B499-5C87-4E09-9A90-F5611ACA9A10}" type="sibTrans" cxnId="{F0F0FC0C-48F2-4E9D-80C9-C4CAAACD5B8F}">
      <dgm:prSet/>
      <dgm:spPr/>
      <dgm:t>
        <a:bodyPr/>
        <a:lstStyle/>
        <a:p>
          <a:endParaRPr lang="en-US"/>
        </a:p>
      </dgm:t>
    </dgm:pt>
    <dgm:pt modelId="{C55C5074-A856-428E-B0EE-5857424123B0}" type="pres">
      <dgm:prSet presAssocID="{0D63B122-3F90-4D27-B377-8863B32757A3}" presName="Name0" presStyleCnt="0">
        <dgm:presLayoutVars>
          <dgm:dir/>
          <dgm:animLvl val="lvl"/>
          <dgm:resizeHandles val="exact"/>
        </dgm:presLayoutVars>
      </dgm:prSet>
      <dgm:spPr/>
    </dgm:pt>
    <dgm:pt modelId="{34F03782-DBC1-42AD-B276-0DCCD352138F}" type="pres">
      <dgm:prSet presAssocID="{BD85C74D-9C79-4EC5-8F35-0F610821097B}" presName="linNode" presStyleCnt="0"/>
      <dgm:spPr/>
    </dgm:pt>
    <dgm:pt modelId="{ED35E64C-E6E5-4C2B-83FC-9FEB82ED739D}" type="pres">
      <dgm:prSet presAssocID="{BD85C74D-9C79-4EC5-8F35-0F610821097B}" presName="parentText" presStyleLbl="node1" presStyleIdx="0" presStyleCnt="6">
        <dgm:presLayoutVars>
          <dgm:chMax val="1"/>
          <dgm:bulletEnabled val="1"/>
        </dgm:presLayoutVars>
      </dgm:prSet>
      <dgm:spPr/>
    </dgm:pt>
    <dgm:pt modelId="{7927CED5-40AC-4927-9FEB-715491F652E4}" type="pres">
      <dgm:prSet presAssocID="{BD85C74D-9C79-4EC5-8F35-0F610821097B}" presName="descendantText" presStyleLbl="alignAccFollowNode1" presStyleIdx="0" presStyleCnt="3" custLinFactY="33086" custLinFactNeighborX="-354" custLinFactNeighborY="100000">
        <dgm:presLayoutVars>
          <dgm:bulletEnabled val="1"/>
        </dgm:presLayoutVars>
      </dgm:prSet>
      <dgm:spPr/>
    </dgm:pt>
    <dgm:pt modelId="{97D1DFEB-D42F-46A4-AE65-4F24C8605CE2}" type="pres">
      <dgm:prSet presAssocID="{D05FC6C9-B548-4F80-895F-D72819AEB400}" presName="sp" presStyleCnt="0"/>
      <dgm:spPr/>
    </dgm:pt>
    <dgm:pt modelId="{967BB2C2-62CB-4E5C-8970-A732E961488F}" type="pres">
      <dgm:prSet presAssocID="{494EF894-2757-4354-88C1-70773C00C6AF}" presName="linNode" presStyleCnt="0"/>
      <dgm:spPr/>
    </dgm:pt>
    <dgm:pt modelId="{BC0954FC-2F4A-49F9-AD2D-30F2FCC233C2}" type="pres">
      <dgm:prSet presAssocID="{494EF894-2757-4354-88C1-70773C00C6AF}" presName="parentText" presStyleLbl="node1" presStyleIdx="1" presStyleCnt="6">
        <dgm:presLayoutVars>
          <dgm:chMax val="1"/>
          <dgm:bulletEnabled val="1"/>
        </dgm:presLayoutVars>
      </dgm:prSet>
      <dgm:spPr/>
    </dgm:pt>
    <dgm:pt modelId="{FA79BD4B-8ADD-41FF-8124-78608A064063}" type="pres">
      <dgm:prSet presAssocID="{8559B499-5C87-4E09-9A90-F5611ACA9A10}" presName="sp" presStyleCnt="0"/>
      <dgm:spPr/>
    </dgm:pt>
    <dgm:pt modelId="{AD714317-CB69-4C6E-A01A-14DEA504673D}" type="pres">
      <dgm:prSet presAssocID="{C5213CE6-F5D0-4687-ACC3-117394010981}" presName="linNode" presStyleCnt="0"/>
      <dgm:spPr/>
    </dgm:pt>
    <dgm:pt modelId="{A10B7512-F85F-47AD-9149-C2F90E0E6ADF}" type="pres">
      <dgm:prSet presAssocID="{C5213CE6-F5D0-4687-ACC3-117394010981}" presName="parentText" presStyleLbl="node1" presStyleIdx="2" presStyleCnt="6">
        <dgm:presLayoutVars>
          <dgm:chMax val="1"/>
          <dgm:bulletEnabled val="1"/>
        </dgm:presLayoutVars>
      </dgm:prSet>
      <dgm:spPr/>
    </dgm:pt>
    <dgm:pt modelId="{3D3743E8-8C2F-4529-A794-0D11C4548152}" type="pres">
      <dgm:prSet presAssocID="{C5213CE6-F5D0-4687-ACC3-117394010981}" presName="descendantText" presStyleLbl="alignAccFollowNode1" presStyleIdx="1" presStyleCnt="3" custLinFactNeighborX="-354" custLinFactNeighborY="-187">
        <dgm:presLayoutVars>
          <dgm:bulletEnabled val="1"/>
        </dgm:presLayoutVars>
      </dgm:prSet>
      <dgm:spPr/>
    </dgm:pt>
    <dgm:pt modelId="{3A31BC8D-683C-43D7-9E3D-F29FE457272E}" type="pres">
      <dgm:prSet presAssocID="{13F3A4EF-BC48-4E17-9D09-99ECA920720E}" presName="sp" presStyleCnt="0"/>
      <dgm:spPr/>
    </dgm:pt>
    <dgm:pt modelId="{7C5A933D-B897-4C4B-9F23-E2F740C0AF6E}" type="pres">
      <dgm:prSet presAssocID="{60B11E63-A793-43EA-98A8-4CB805374D88}" presName="linNode" presStyleCnt="0"/>
      <dgm:spPr/>
    </dgm:pt>
    <dgm:pt modelId="{2AD7CDF6-1F1A-4490-AB85-5ED3E0D6EA52}" type="pres">
      <dgm:prSet presAssocID="{60B11E63-A793-43EA-98A8-4CB805374D88}" presName="parentText" presStyleLbl="node1" presStyleIdx="3" presStyleCnt="6">
        <dgm:presLayoutVars>
          <dgm:chMax val="1"/>
          <dgm:bulletEnabled val="1"/>
        </dgm:presLayoutVars>
      </dgm:prSet>
      <dgm:spPr/>
    </dgm:pt>
    <dgm:pt modelId="{84711898-75CC-44DE-83AF-39422B3CDAED}" type="pres">
      <dgm:prSet presAssocID="{60B11E63-A793-43EA-98A8-4CB805374D88}" presName="descendantText" presStyleLbl="alignAccFollowNode1" presStyleIdx="2" presStyleCnt="3" custLinFactNeighborX="-426" custLinFactNeighborY="2367">
        <dgm:presLayoutVars>
          <dgm:bulletEnabled val="1"/>
        </dgm:presLayoutVars>
      </dgm:prSet>
      <dgm:spPr/>
    </dgm:pt>
    <dgm:pt modelId="{59D8D075-6C3B-428A-9CD9-57F6C6D61E2D}" type="pres">
      <dgm:prSet presAssocID="{0EECC13C-6817-462F-9CD0-86E0878EAC26}" presName="sp" presStyleCnt="0"/>
      <dgm:spPr/>
    </dgm:pt>
    <dgm:pt modelId="{BE453D5D-81B0-4B0A-8728-B8E989BC9B96}" type="pres">
      <dgm:prSet presAssocID="{A7A4458B-6447-4F74-98A5-4E56DD3C771A}" presName="linNode" presStyleCnt="0"/>
      <dgm:spPr/>
    </dgm:pt>
    <dgm:pt modelId="{72B7B098-2BE1-4ED4-B5A5-C55A9D5E7DFF}" type="pres">
      <dgm:prSet presAssocID="{A7A4458B-6447-4F74-98A5-4E56DD3C771A}" presName="parentText" presStyleLbl="node1" presStyleIdx="4" presStyleCnt="6">
        <dgm:presLayoutVars>
          <dgm:chMax val="1"/>
          <dgm:bulletEnabled val="1"/>
        </dgm:presLayoutVars>
      </dgm:prSet>
      <dgm:spPr/>
    </dgm:pt>
    <dgm:pt modelId="{17629156-DC19-4D1B-A45E-8DA800671163}" type="pres">
      <dgm:prSet presAssocID="{5DA927DE-FB1E-4E81-850A-FEC62020155F}" presName="sp" presStyleCnt="0"/>
      <dgm:spPr/>
    </dgm:pt>
    <dgm:pt modelId="{7D1730D4-F05D-4A25-A3AC-0474E139D91C}" type="pres">
      <dgm:prSet presAssocID="{D0BA2079-B35B-40BA-A76A-CE28BA59CDAA}" presName="linNode" presStyleCnt="0"/>
      <dgm:spPr/>
    </dgm:pt>
    <dgm:pt modelId="{8326F487-2044-4168-A7B4-B24ACCFDAE74}" type="pres">
      <dgm:prSet presAssocID="{D0BA2079-B35B-40BA-A76A-CE28BA59CDAA}" presName="parentText" presStyleLbl="node1" presStyleIdx="5" presStyleCnt="6" custLinFactNeighborX="-837" custLinFactNeighborY="385">
        <dgm:presLayoutVars>
          <dgm:chMax val="1"/>
          <dgm:bulletEnabled val="1"/>
        </dgm:presLayoutVars>
      </dgm:prSet>
      <dgm:spPr/>
    </dgm:pt>
  </dgm:ptLst>
  <dgm:cxnLst>
    <dgm:cxn modelId="{F0F0FC0C-48F2-4E9D-80C9-C4CAAACD5B8F}" srcId="{0D63B122-3F90-4D27-B377-8863B32757A3}" destId="{494EF894-2757-4354-88C1-70773C00C6AF}" srcOrd="1" destOrd="0" parTransId="{CAEC24E9-C4AF-43AE-A119-02EA8FC8EED7}" sibTransId="{8559B499-5C87-4E09-9A90-F5611ACA9A10}"/>
    <dgm:cxn modelId="{843AB80E-4A83-490C-A906-7FF61A5EBB75}" srcId="{60B11E63-A793-43EA-98A8-4CB805374D88}" destId="{AE0E5F49-03D9-49A7-96F9-8E7CF95024BA}" srcOrd="0" destOrd="0" parTransId="{8293C933-30B8-4CA7-AA8A-58D357F48B6A}" sibTransId="{59CF9D24-D7CF-4F1F-8DA2-6D706CC55865}"/>
    <dgm:cxn modelId="{B570891A-48D2-4929-BD14-53232B8855DC}" type="presOf" srcId="{A7A4458B-6447-4F74-98A5-4E56DD3C771A}" destId="{72B7B098-2BE1-4ED4-B5A5-C55A9D5E7DFF}" srcOrd="0" destOrd="0" presId="urn:microsoft.com/office/officeart/2005/8/layout/vList5"/>
    <dgm:cxn modelId="{0924EC26-0509-4CE4-9E3D-657FBD5CB662}" srcId="{C5213CE6-F5D0-4687-ACC3-117394010981}" destId="{994A45DB-46E5-4FB1-A184-776AE6D876CD}" srcOrd="0" destOrd="0" parTransId="{F132BC0E-3879-4E50-BF05-9F1C3494D6DF}" sibTransId="{D2857703-DE0E-400C-8DFC-FBF7F11A26F5}"/>
    <dgm:cxn modelId="{BE31065F-A5E1-4D76-BC9F-FB08F1B82CAF}" type="presOf" srcId="{BD85C74D-9C79-4EC5-8F35-0F610821097B}" destId="{ED35E64C-E6E5-4C2B-83FC-9FEB82ED739D}" srcOrd="0" destOrd="0" presId="urn:microsoft.com/office/officeart/2005/8/layout/vList5"/>
    <dgm:cxn modelId="{76A03263-8B2A-4013-A88E-D853234068CE}" type="presOf" srcId="{60B11E63-A793-43EA-98A8-4CB805374D88}" destId="{2AD7CDF6-1F1A-4490-AB85-5ED3E0D6EA52}" srcOrd="0" destOrd="0" presId="urn:microsoft.com/office/officeart/2005/8/layout/vList5"/>
    <dgm:cxn modelId="{6DA40852-F269-4287-AEE7-812A0AF7801A}" type="presOf" srcId="{994A45DB-46E5-4FB1-A184-776AE6D876CD}" destId="{3D3743E8-8C2F-4529-A794-0D11C4548152}" srcOrd="0" destOrd="0" presId="urn:microsoft.com/office/officeart/2005/8/layout/vList5"/>
    <dgm:cxn modelId="{1978907B-E4A6-4F7F-B830-F9FEDF4F0CCD}" srcId="{0D63B122-3F90-4D27-B377-8863B32757A3}" destId="{A7A4458B-6447-4F74-98A5-4E56DD3C771A}" srcOrd="4" destOrd="0" parTransId="{3DEDFCD8-7E6E-443A-AD5B-0ABA220654CE}" sibTransId="{5DA927DE-FB1E-4E81-850A-FEC62020155F}"/>
    <dgm:cxn modelId="{E3EF447F-209F-4376-A067-DDA914C83B82}" type="presOf" srcId="{C5213CE6-F5D0-4687-ACC3-117394010981}" destId="{A10B7512-F85F-47AD-9149-C2F90E0E6ADF}" srcOrd="0" destOrd="0" presId="urn:microsoft.com/office/officeart/2005/8/layout/vList5"/>
    <dgm:cxn modelId="{4CBF7083-2FF8-4173-9735-1B783A5C70C0}" srcId="{0D63B122-3F90-4D27-B377-8863B32757A3}" destId="{C5213CE6-F5D0-4687-ACC3-117394010981}" srcOrd="2" destOrd="0" parTransId="{F1555F77-C657-42AC-ACEA-2FC635498C19}" sibTransId="{13F3A4EF-BC48-4E17-9D09-99ECA920720E}"/>
    <dgm:cxn modelId="{70DAA29D-6E87-4109-BA1E-C9B6FC5E4BD5}" srcId="{0D63B122-3F90-4D27-B377-8863B32757A3}" destId="{60B11E63-A793-43EA-98A8-4CB805374D88}" srcOrd="3" destOrd="0" parTransId="{2B069C03-1F30-4746-93FA-5737A8B27FD8}" sibTransId="{0EECC13C-6817-462F-9CD0-86E0878EAC26}"/>
    <dgm:cxn modelId="{63F298A8-88A4-4385-BD91-0C3DACA7A60E}" type="presOf" srcId="{494EF894-2757-4354-88C1-70773C00C6AF}" destId="{BC0954FC-2F4A-49F9-AD2D-30F2FCC233C2}" srcOrd="0" destOrd="0" presId="urn:microsoft.com/office/officeart/2005/8/layout/vList5"/>
    <dgm:cxn modelId="{740591B3-12B9-41AE-888D-39D30208442E}" type="presOf" srcId="{D0BA2079-B35B-40BA-A76A-CE28BA59CDAA}" destId="{8326F487-2044-4168-A7B4-B24ACCFDAE74}" srcOrd="0" destOrd="0" presId="urn:microsoft.com/office/officeart/2005/8/layout/vList5"/>
    <dgm:cxn modelId="{EFCACCC3-EA42-4E7C-ADEB-FA2A737E70D3}" type="presOf" srcId="{68FBF003-18F6-4330-B6E7-D50B16A4D1AC}" destId="{7927CED5-40AC-4927-9FEB-715491F652E4}" srcOrd="0" destOrd="0" presId="urn:microsoft.com/office/officeart/2005/8/layout/vList5"/>
    <dgm:cxn modelId="{CCD216C6-40A3-4992-BDC7-503597052343}" type="presOf" srcId="{AE0E5F49-03D9-49A7-96F9-8E7CF95024BA}" destId="{84711898-75CC-44DE-83AF-39422B3CDAED}" srcOrd="0" destOrd="0" presId="urn:microsoft.com/office/officeart/2005/8/layout/vList5"/>
    <dgm:cxn modelId="{EE54D6CC-5B77-41DD-9DC1-AF8C588632F5}" srcId="{0D63B122-3F90-4D27-B377-8863B32757A3}" destId="{D0BA2079-B35B-40BA-A76A-CE28BA59CDAA}" srcOrd="5" destOrd="0" parTransId="{4D91A9D6-D008-47FF-AC42-BF7EA0E78E69}" sibTransId="{AEA3D482-9869-4C08-9046-A162532AD4F7}"/>
    <dgm:cxn modelId="{C07928D3-B698-4F6D-9530-064DFB5DF2AF}" type="presOf" srcId="{0D63B122-3F90-4D27-B377-8863B32757A3}" destId="{C55C5074-A856-428E-B0EE-5857424123B0}" srcOrd="0" destOrd="0" presId="urn:microsoft.com/office/officeart/2005/8/layout/vList5"/>
    <dgm:cxn modelId="{ED3B23EB-F3A8-4D7E-AF52-482081BAAE9B}" srcId="{BD85C74D-9C79-4EC5-8F35-0F610821097B}" destId="{68FBF003-18F6-4330-B6E7-D50B16A4D1AC}" srcOrd="0" destOrd="0" parTransId="{824CCDB8-2E5E-4272-AA26-387A61EC2187}" sibTransId="{48005CD0-937C-4B11-814D-D5A82BD5DD1D}"/>
    <dgm:cxn modelId="{EEC016EC-CE03-4722-AA8B-89E8E1BCACB6}" srcId="{0D63B122-3F90-4D27-B377-8863B32757A3}" destId="{BD85C74D-9C79-4EC5-8F35-0F610821097B}" srcOrd="0" destOrd="0" parTransId="{8AB9B1CA-86B8-4DFB-9949-FDC3C87CFB07}" sibTransId="{D05FC6C9-B548-4F80-895F-D72819AEB400}"/>
    <dgm:cxn modelId="{4C904C00-3FE5-4933-A1A8-DE841D46B4C3}" type="presParOf" srcId="{C55C5074-A856-428E-B0EE-5857424123B0}" destId="{34F03782-DBC1-42AD-B276-0DCCD352138F}" srcOrd="0" destOrd="0" presId="urn:microsoft.com/office/officeart/2005/8/layout/vList5"/>
    <dgm:cxn modelId="{BBEF939F-C1D4-4ECB-B3D8-85E7BEB709B2}" type="presParOf" srcId="{34F03782-DBC1-42AD-B276-0DCCD352138F}" destId="{ED35E64C-E6E5-4C2B-83FC-9FEB82ED739D}" srcOrd="0" destOrd="0" presId="urn:microsoft.com/office/officeart/2005/8/layout/vList5"/>
    <dgm:cxn modelId="{8ACA354E-E228-42AE-9D77-D894338B6B68}" type="presParOf" srcId="{34F03782-DBC1-42AD-B276-0DCCD352138F}" destId="{7927CED5-40AC-4927-9FEB-715491F652E4}" srcOrd="1" destOrd="0" presId="urn:microsoft.com/office/officeart/2005/8/layout/vList5"/>
    <dgm:cxn modelId="{B1CF8791-AA39-4ABA-A4FA-19EAC8701956}" type="presParOf" srcId="{C55C5074-A856-428E-B0EE-5857424123B0}" destId="{97D1DFEB-D42F-46A4-AE65-4F24C8605CE2}" srcOrd="1" destOrd="0" presId="urn:microsoft.com/office/officeart/2005/8/layout/vList5"/>
    <dgm:cxn modelId="{423901D8-F764-4743-9EED-DEF463AFB195}" type="presParOf" srcId="{C55C5074-A856-428E-B0EE-5857424123B0}" destId="{967BB2C2-62CB-4E5C-8970-A732E961488F}" srcOrd="2" destOrd="0" presId="urn:microsoft.com/office/officeart/2005/8/layout/vList5"/>
    <dgm:cxn modelId="{6BD8361E-0E1A-4AA2-A419-25C3B49D6B24}" type="presParOf" srcId="{967BB2C2-62CB-4E5C-8970-A732E961488F}" destId="{BC0954FC-2F4A-49F9-AD2D-30F2FCC233C2}" srcOrd="0" destOrd="0" presId="urn:microsoft.com/office/officeart/2005/8/layout/vList5"/>
    <dgm:cxn modelId="{189E1E0A-F645-4615-8110-3C84F68A6AAF}" type="presParOf" srcId="{C55C5074-A856-428E-B0EE-5857424123B0}" destId="{FA79BD4B-8ADD-41FF-8124-78608A064063}" srcOrd="3" destOrd="0" presId="urn:microsoft.com/office/officeart/2005/8/layout/vList5"/>
    <dgm:cxn modelId="{3BBCBEBC-72F1-4B8D-93DD-93CD34BE76A4}" type="presParOf" srcId="{C55C5074-A856-428E-B0EE-5857424123B0}" destId="{AD714317-CB69-4C6E-A01A-14DEA504673D}" srcOrd="4" destOrd="0" presId="urn:microsoft.com/office/officeart/2005/8/layout/vList5"/>
    <dgm:cxn modelId="{F4300E12-21FC-4D9F-BA70-90084A9A289D}" type="presParOf" srcId="{AD714317-CB69-4C6E-A01A-14DEA504673D}" destId="{A10B7512-F85F-47AD-9149-C2F90E0E6ADF}" srcOrd="0" destOrd="0" presId="urn:microsoft.com/office/officeart/2005/8/layout/vList5"/>
    <dgm:cxn modelId="{2C1AF0C0-1A9A-4275-B3E5-6381E7A7B24A}" type="presParOf" srcId="{AD714317-CB69-4C6E-A01A-14DEA504673D}" destId="{3D3743E8-8C2F-4529-A794-0D11C4548152}" srcOrd="1" destOrd="0" presId="urn:microsoft.com/office/officeart/2005/8/layout/vList5"/>
    <dgm:cxn modelId="{152E6C99-98A2-4424-B833-46403D0A59ED}" type="presParOf" srcId="{C55C5074-A856-428E-B0EE-5857424123B0}" destId="{3A31BC8D-683C-43D7-9E3D-F29FE457272E}" srcOrd="5" destOrd="0" presId="urn:microsoft.com/office/officeart/2005/8/layout/vList5"/>
    <dgm:cxn modelId="{3319C22E-3E7F-41CE-9A20-99A2BA7097D5}" type="presParOf" srcId="{C55C5074-A856-428E-B0EE-5857424123B0}" destId="{7C5A933D-B897-4C4B-9F23-E2F740C0AF6E}" srcOrd="6" destOrd="0" presId="urn:microsoft.com/office/officeart/2005/8/layout/vList5"/>
    <dgm:cxn modelId="{92DFA255-41E9-4BB5-B679-94A4E4917F02}" type="presParOf" srcId="{7C5A933D-B897-4C4B-9F23-E2F740C0AF6E}" destId="{2AD7CDF6-1F1A-4490-AB85-5ED3E0D6EA52}" srcOrd="0" destOrd="0" presId="urn:microsoft.com/office/officeart/2005/8/layout/vList5"/>
    <dgm:cxn modelId="{A86BD8DF-B879-4C99-9E61-8A7E964D125B}" type="presParOf" srcId="{7C5A933D-B897-4C4B-9F23-E2F740C0AF6E}" destId="{84711898-75CC-44DE-83AF-39422B3CDAED}" srcOrd="1" destOrd="0" presId="urn:microsoft.com/office/officeart/2005/8/layout/vList5"/>
    <dgm:cxn modelId="{C9444B4F-4F96-4BAF-9349-CED82A4FDE27}" type="presParOf" srcId="{C55C5074-A856-428E-B0EE-5857424123B0}" destId="{59D8D075-6C3B-428A-9CD9-57F6C6D61E2D}" srcOrd="7" destOrd="0" presId="urn:microsoft.com/office/officeart/2005/8/layout/vList5"/>
    <dgm:cxn modelId="{3AF6BBAB-FA49-404B-9094-54F42D2A5DAE}" type="presParOf" srcId="{C55C5074-A856-428E-B0EE-5857424123B0}" destId="{BE453D5D-81B0-4B0A-8728-B8E989BC9B96}" srcOrd="8" destOrd="0" presId="urn:microsoft.com/office/officeart/2005/8/layout/vList5"/>
    <dgm:cxn modelId="{04261BB7-DC26-4FB3-BE05-3ACB390FBAFB}" type="presParOf" srcId="{BE453D5D-81B0-4B0A-8728-B8E989BC9B96}" destId="{72B7B098-2BE1-4ED4-B5A5-C55A9D5E7DFF}" srcOrd="0" destOrd="0" presId="urn:microsoft.com/office/officeart/2005/8/layout/vList5"/>
    <dgm:cxn modelId="{61CB3F3F-935A-47F4-86E2-F01F5E7FCFD2}" type="presParOf" srcId="{C55C5074-A856-428E-B0EE-5857424123B0}" destId="{17629156-DC19-4D1B-A45E-8DA800671163}" srcOrd="9" destOrd="0" presId="urn:microsoft.com/office/officeart/2005/8/layout/vList5"/>
    <dgm:cxn modelId="{9B317D65-E433-4CF0-AC10-3B4A173EF2B7}" type="presParOf" srcId="{C55C5074-A856-428E-B0EE-5857424123B0}" destId="{7D1730D4-F05D-4A25-A3AC-0474E139D91C}" srcOrd="10" destOrd="0" presId="urn:microsoft.com/office/officeart/2005/8/layout/vList5"/>
    <dgm:cxn modelId="{27284695-A015-465D-8DB0-12D93B79BDC5}" type="presParOf" srcId="{7D1730D4-F05D-4A25-A3AC-0474E139D91C}" destId="{8326F487-2044-4168-A7B4-B24ACCFDAE74}"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2A251-7AF3-42D5-9043-234E9273F547}">
      <dsp:nvSpPr>
        <dsp:cNvPr id="0" name=""/>
        <dsp:cNvSpPr/>
      </dsp:nvSpPr>
      <dsp:spPr>
        <a:xfrm>
          <a:off x="5166" y="752478"/>
          <a:ext cx="1601725" cy="1006084"/>
        </a:xfrm>
        <a:prstGeom prst="roundRect">
          <a:avLst>
            <a:gd name="adj" fmla="val 10000"/>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Member contacts the  call center</a:t>
          </a:r>
        </a:p>
      </dsp:txBody>
      <dsp:txXfrm>
        <a:off x="34633" y="781945"/>
        <a:ext cx="1542791" cy="947150"/>
      </dsp:txXfrm>
    </dsp:sp>
    <dsp:sp modelId="{8CA8CD03-0ED5-47E1-93B0-1B22B7A27B26}">
      <dsp:nvSpPr>
        <dsp:cNvPr id="0" name=""/>
        <dsp:cNvSpPr/>
      </dsp:nvSpPr>
      <dsp:spPr>
        <a:xfrm>
          <a:off x="1767065" y="1056906"/>
          <a:ext cx="339565" cy="397228"/>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1767065" y="1136352"/>
        <a:ext cx="237696" cy="238336"/>
      </dsp:txXfrm>
    </dsp:sp>
    <dsp:sp modelId="{07C65024-1C59-464B-B54A-A7BC9C7505A6}">
      <dsp:nvSpPr>
        <dsp:cNvPr id="0" name=""/>
        <dsp:cNvSpPr/>
      </dsp:nvSpPr>
      <dsp:spPr>
        <a:xfrm>
          <a:off x="2247583" y="752478"/>
          <a:ext cx="1601725" cy="1006084"/>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assists the member</a:t>
          </a:r>
        </a:p>
      </dsp:txBody>
      <dsp:txXfrm>
        <a:off x="2277050" y="781945"/>
        <a:ext cx="1542791" cy="947150"/>
      </dsp:txXfrm>
    </dsp:sp>
    <dsp:sp modelId="{A0C67B1C-A087-435F-A3EF-6E5E67D10676}">
      <dsp:nvSpPr>
        <dsp:cNvPr id="0" name=""/>
        <dsp:cNvSpPr/>
      </dsp:nvSpPr>
      <dsp:spPr>
        <a:xfrm>
          <a:off x="4009481" y="1056906"/>
          <a:ext cx="339565" cy="397228"/>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4009481" y="1136352"/>
        <a:ext cx="237696" cy="238336"/>
      </dsp:txXfrm>
    </dsp:sp>
    <dsp:sp modelId="{E25F64F0-75A2-4467-AC3B-6BE5A1552278}">
      <dsp:nvSpPr>
        <dsp:cNvPr id="0" name=""/>
        <dsp:cNvSpPr/>
      </dsp:nvSpPr>
      <dsp:spPr>
        <a:xfrm>
          <a:off x="4489999" y="752478"/>
          <a:ext cx="1601725" cy="1006084"/>
        </a:xfrm>
        <a:prstGeom prst="roundRect">
          <a:avLst>
            <a:gd name="adj" fmla="val 10000"/>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Call end</a:t>
          </a:r>
        </a:p>
      </dsp:txBody>
      <dsp:txXfrm>
        <a:off x="4519466" y="781945"/>
        <a:ext cx="1542791" cy="947150"/>
      </dsp:txXfrm>
    </dsp:sp>
    <dsp:sp modelId="{C1A58C97-439D-4506-9DA3-F9F657649A8E}">
      <dsp:nvSpPr>
        <dsp:cNvPr id="0" name=""/>
        <dsp:cNvSpPr/>
      </dsp:nvSpPr>
      <dsp:spPr>
        <a:xfrm>
          <a:off x="6251898" y="1056906"/>
          <a:ext cx="339565" cy="397228"/>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6251898" y="1136352"/>
        <a:ext cx="237696" cy="238336"/>
      </dsp:txXfrm>
    </dsp:sp>
    <dsp:sp modelId="{4DBDD993-6577-4F42-B184-7638C073C935}">
      <dsp:nvSpPr>
        <dsp:cNvPr id="0" name=""/>
        <dsp:cNvSpPr/>
      </dsp:nvSpPr>
      <dsp:spPr>
        <a:xfrm>
          <a:off x="6732415" y="752478"/>
          <a:ext cx="1601725" cy="1006084"/>
        </a:xfrm>
        <a:prstGeom prst="roundRect">
          <a:avLst>
            <a:gd name="adj" fmla="val 10000"/>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Member routed to survey</a:t>
          </a:r>
        </a:p>
      </dsp:txBody>
      <dsp:txXfrm>
        <a:off x="6761882" y="781945"/>
        <a:ext cx="1542791" cy="947150"/>
      </dsp:txXfrm>
    </dsp:sp>
    <dsp:sp modelId="{0D2265C8-4703-43ED-8A3E-8CDE24699EFC}">
      <dsp:nvSpPr>
        <dsp:cNvPr id="0" name=""/>
        <dsp:cNvSpPr/>
      </dsp:nvSpPr>
      <dsp:spPr>
        <a:xfrm>
          <a:off x="8494314" y="1056906"/>
          <a:ext cx="339565" cy="397228"/>
        </a:xfrm>
        <a:prstGeom prs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8494314" y="1136352"/>
        <a:ext cx="237696" cy="238336"/>
      </dsp:txXfrm>
    </dsp:sp>
    <dsp:sp modelId="{06F6C601-DBEB-4EAE-AD93-2125FCDA3B4F}">
      <dsp:nvSpPr>
        <dsp:cNvPr id="0" name=""/>
        <dsp:cNvSpPr/>
      </dsp:nvSpPr>
      <dsp:spPr>
        <a:xfrm>
          <a:off x="8974832" y="752478"/>
          <a:ext cx="1601725" cy="1006084"/>
        </a:xfrm>
        <a:prstGeom prst="roundRect">
          <a:avLst>
            <a:gd name="adj" fmla="val 1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Survey feedback  captured</a:t>
          </a:r>
        </a:p>
      </dsp:txBody>
      <dsp:txXfrm>
        <a:off x="9004299" y="781945"/>
        <a:ext cx="1542791" cy="9471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27CED5-40AC-4927-9FEB-715491F652E4}">
      <dsp:nvSpPr>
        <dsp:cNvPr id="0" name=""/>
        <dsp:cNvSpPr/>
      </dsp:nvSpPr>
      <dsp:spPr>
        <a:xfrm rot="5400000">
          <a:off x="7504259" y="-2474053"/>
          <a:ext cx="617784" cy="736736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On a scale of 1 to 5, where 1 is not at all likely and 5 is extremely likely, how likely are you to recommend your Dental services to a friend or family member?</a:t>
          </a:r>
        </a:p>
      </dsp:txBody>
      <dsp:txXfrm rot="-5400000">
        <a:off x="4129471" y="930893"/>
        <a:ext cx="7337203" cy="557468"/>
      </dsp:txXfrm>
    </dsp:sp>
    <dsp:sp modelId="{ED35E64C-E6E5-4C2B-83FC-9FEB82ED739D}">
      <dsp:nvSpPr>
        <dsp:cNvPr id="0" name=""/>
        <dsp:cNvSpPr/>
      </dsp:nvSpPr>
      <dsp:spPr>
        <a:xfrm>
          <a:off x="0" y="1326"/>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NPS Dental</a:t>
          </a:r>
        </a:p>
      </dsp:txBody>
      <dsp:txXfrm>
        <a:off x="37697" y="39023"/>
        <a:ext cx="4068747" cy="696837"/>
      </dsp:txXfrm>
    </dsp:sp>
    <dsp:sp modelId="{BC0954FC-2F4A-49F9-AD2D-30F2FCC233C2}">
      <dsp:nvSpPr>
        <dsp:cNvPr id="0" name=""/>
        <dsp:cNvSpPr/>
      </dsp:nvSpPr>
      <dsp:spPr>
        <a:xfrm>
          <a:off x="0" y="812169"/>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First Call</a:t>
          </a:r>
        </a:p>
      </dsp:txBody>
      <dsp:txXfrm>
        <a:off x="37697" y="849866"/>
        <a:ext cx="4068747" cy="696837"/>
      </dsp:txXfrm>
    </dsp:sp>
    <dsp:sp modelId="{3D3743E8-8C2F-4529-A794-0D11C4548152}">
      <dsp:nvSpPr>
        <dsp:cNvPr id="0" name=""/>
        <dsp:cNvSpPr/>
      </dsp:nvSpPr>
      <dsp:spPr>
        <a:xfrm rot="5400000">
          <a:off x="7504259" y="-1675708"/>
          <a:ext cx="617784" cy="736736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On a scale of 1 to 5, where 1 is very difficult and 5 is very easy, how easy is it for you to do business with Dental Customer Service?</a:t>
          </a:r>
        </a:p>
      </dsp:txBody>
      <dsp:txXfrm rot="-5400000">
        <a:off x="4129471" y="1729238"/>
        <a:ext cx="7337203" cy="557468"/>
      </dsp:txXfrm>
    </dsp:sp>
    <dsp:sp modelId="{A10B7512-F85F-47AD-9149-C2F90E0E6ADF}">
      <dsp:nvSpPr>
        <dsp:cNvPr id="0" name=""/>
        <dsp:cNvSpPr/>
      </dsp:nvSpPr>
      <dsp:spPr>
        <a:xfrm>
          <a:off x="0" y="1623011"/>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Ease</a:t>
          </a:r>
        </a:p>
      </dsp:txBody>
      <dsp:txXfrm>
        <a:off x="37697" y="1660708"/>
        <a:ext cx="4068747" cy="696837"/>
      </dsp:txXfrm>
    </dsp:sp>
    <dsp:sp modelId="{84711898-75CC-44DE-83AF-39422B3CDAED}">
      <dsp:nvSpPr>
        <dsp:cNvPr id="0" name=""/>
        <dsp:cNvSpPr/>
      </dsp:nvSpPr>
      <dsp:spPr>
        <a:xfrm rot="5400000">
          <a:off x="7501275" y="-849087"/>
          <a:ext cx="617784" cy="736736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On a scale of 1 to 5, where 1 is strongly disagree and 5 is strongly agree, how much do you agree that the representative gave you the information or help you needed ?</a:t>
          </a:r>
        </a:p>
      </dsp:txBody>
      <dsp:txXfrm rot="-5400000">
        <a:off x="4126487" y="2555859"/>
        <a:ext cx="7337203" cy="557468"/>
      </dsp:txXfrm>
    </dsp:sp>
    <dsp:sp modelId="{2AD7CDF6-1F1A-4490-AB85-5ED3E0D6EA52}">
      <dsp:nvSpPr>
        <dsp:cNvPr id="0" name=""/>
        <dsp:cNvSpPr/>
      </dsp:nvSpPr>
      <dsp:spPr>
        <a:xfrm>
          <a:off x="0" y="2433854"/>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Informed</a:t>
          </a:r>
        </a:p>
      </dsp:txBody>
      <dsp:txXfrm>
        <a:off x="37697" y="2471551"/>
        <a:ext cx="4068747" cy="696837"/>
      </dsp:txXfrm>
    </dsp:sp>
    <dsp:sp modelId="{72B7B098-2BE1-4ED4-B5A5-C55A9D5E7DFF}">
      <dsp:nvSpPr>
        <dsp:cNvPr id="0" name=""/>
        <dsp:cNvSpPr/>
      </dsp:nvSpPr>
      <dsp:spPr>
        <a:xfrm>
          <a:off x="0" y="3244697"/>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Courtesy</a:t>
          </a:r>
        </a:p>
      </dsp:txBody>
      <dsp:txXfrm>
        <a:off x="37697" y="3282394"/>
        <a:ext cx="4068747" cy="696837"/>
      </dsp:txXfrm>
    </dsp:sp>
    <dsp:sp modelId="{8326F487-2044-4168-A7B4-B24ACCFDAE74}">
      <dsp:nvSpPr>
        <dsp:cNvPr id="0" name=""/>
        <dsp:cNvSpPr/>
      </dsp:nvSpPr>
      <dsp:spPr>
        <a:xfrm>
          <a:off x="0" y="4056866"/>
          <a:ext cx="4144141" cy="77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Call Reason</a:t>
          </a:r>
        </a:p>
      </dsp:txBody>
      <dsp:txXfrm>
        <a:off x="37697" y="4094563"/>
        <a:ext cx="4068747" cy="6968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5450C9-30E0-4ACF-BDD1-092463FFF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B36ABAD-DFC6-41BB-AF76-77EBFA4568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79BF0D-A27E-4949-BA05-26DFC7FA342E}" type="datetimeFigureOut">
              <a:rPr lang="en-US" smtClean="0"/>
              <a:t>6/3/2026</a:t>
            </a:fld>
            <a:endParaRPr lang="en-US" dirty="0"/>
          </a:p>
        </p:txBody>
      </p:sp>
      <p:sp>
        <p:nvSpPr>
          <p:cNvPr id="4" name="Footer Placeholder 3">
            <a:extLst>
              <a:ext uri="{FF2B5EF4-FFF2-40B4-BE49-F238E27FC236}">
                <a16:creationId xmlns:a16="http://schemas.microsoft.com/office/drawing/2014/main" id="{EEAC7E56-E390-43F2-A87A-4A200501E4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56FB9EB-179C-4409-A4AF-09861B235A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762803-C07A-499E-9504-8ED8734DAF46}" type="slidenum">
              <a:rPr lang="en-US" smtClean="0"/>
              <a:t>‹#›</a:t>
            </a:fld>
            <a:endParaRPr lang="en-US" dirty="0"/>
          </a:p>
        </p:txBody>
      </p:sp>
    </p:spTree>
    <p:extLst>
      <p:ext uri="{BB962C8B-B14F-4D97-AF65-F5344CB8AC3E}">
        <p14:creationId xmlns:p14="http://schemas.microsoft.com/office/powerpoint/2010/main" val="26244692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C4AA30-155C-4903-9267-E3BBFB95FF41}" type="datetimeFigureOut">
              <a:rPr lang="en-US" smtClean="0"/>
              <a:t>6/3/2026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3F336-7DD2-47CF-A0F3-D1163B2A9C10}" type="slidenum">
              <a:rPr lang="en-US" smtClean="0"/>
              <a:t>‹#›</a:t>
            </a:fld>
            <a:endParaRPr lang="en-US" dirty="0"/>
          </a:p>
        </p:txBody>
      </p:sp>
    </p:spTree>
    <p:extLst>
      <p:ext uri="{BB962C8B-B14F-4D97-AF65-F5344CB8AC3E}">
        <p14:creationId xmlns:p14="http://schemas.microsoft.com/office/powerpoint/2010/main" val="1747130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B3F336-7DD2-47CF-A0F3-D1163B2A9C10}" type="slidenum">
              <a:rPr lang="en-US" smtClean="0"/>
              <a:t>1</a:t>
            </a:fld>
            <a:endParaRPr lang="en-US" dirty="0"/>
          </a:p>
        </p:txBody>
      </p:sp>
    </p:spTree>
    <p:extLst>
      <p:ext uri="{BB962C8B-B14F-4D97-AF65-F5344CB8AC3E}">
        <p14:creationId xmlns:p14="http://schemas.microsoft.com/office/powerpoint/2010/main" val="713774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Purpose of analysis – Data from 01/2024 – 04/2026</a:t>
            </a:r>
          </a:p>
          <a:p>
            <a:pPr marL="171450" indent="-171450">
              <a:buFont typeface="Arial" panose="020B0604020202020204" pitchFamily="34" charset="0"/>
              <a:buChar char="•"/>
            </a:pPr>
            <a:r>
              <a:rPr lang="en-US" dirty="0"/>
              <a:t>What questions you are answering</a:t>
            </a:r>
          </a:p>
          <a:p>
            <a:pPr marL="685800" lvl="1" indent="-228600">
              <a:buFont typeface="+mj-lt"/>
              <a:buAutoNum type="alphaLcPeriod"/>
            </a:pPr>
            <a:r>
              <a:rPr lang="en-US" dirty="0"/>
              <a:t>Why are members calling?</a:t>
            </a:r>
          </a:p>
          <a:p>
            <a:pPr marL="685800" lvl="1" indent="-228600">
              <a:buFont typeface="+mj-lt"/>
              <a:buAutoNum type="alphaLcPeriod"/>
            </a:pPr>
            <a:r>
              <a:rPr lang="en-US" dirty="0"/>
              <a:t>Where are we underperforming?</a:t>
            </a:r>
          </a:p>
          <a:p>
            <a:pPr marL="685800" lvl="1" indent="-228600">
              <a:buFont typeface="+mj-lt"/>
              <a:buAutoNum type="alphaLcPeriod"/>
            </a:pPr>
            <a:r>
              <a:rPr lang="en-US" dirty="0"/>
              <a:t>What are we doing well?</a:t>
            </a:r>
          </a:p>
        </p:txBody>
      </p:sp>
      <p:sp>
        <p:nvSpPr>
          <p:cNvPr id="4" name="Slide Number Placeholder 3"/>
          <p:cNvSpPr>
            <a:spLocks noGrp="1"/>
          </p:cNvSpPr>
          <p:nvPr>
            <p:ph type="sldNum" sz="quarter" idx="5"/>
          </p:nvPr>
        </p:nvSpPr>
        <p:spPr/>
        <p:txBody>
          <a:bodyPr/>
          <a:lstStyle/>
          <a:p>
            <a:fld id="{2CB3F336-7DD2-47CF-A0F3-D1163B2A9C10}" type="slidenum">
              <a:rPr lang="en-US" smtClean="0"/>
              <a:t>2</a:t>
            </a:fld>
            <a:endParaRPr lang="en-US" dirty="0"/>
          </a:p>
        </p:txBody>
      </p:sp>
    </p:spTree>
    <p:extLst>
      <p:ext uri="{BB962C8B-B14F-4D97-AF65-F5344CB8AC3E}">
        <p14:creationId xmlns:p14="http://schemas.microsoft.com/office/powerpoint/2010/main" val="2642063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DA39-D362-7EFE-9F60-DDF3DDC26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70FE8-33C6-0102-679D-F273510275C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D2A93E-894B-47C2-B182-B634FC0C6A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CD81F-1488-A386-861B-D95A95B25480}"/>
              </a:ext>
            </a:extLst>
          </p:cNvPr>
          <p:cNvSpPr>
            <a:spLocks noGrp="1"/>
          </p:cNvSpPr>
          <p:nvPr>
            <p:ph type="sldNum" sz="quarter" idx="5"/>
          </p:nvPr>
        </p:nvSpPr>
        <p:spPr/>
        <p:txBody>
          <a:bodyPr/>
          <a:lstStyle/>
          <a:p>
            <a:fld id="{2CB3F336-7DD2-47CF-A0F3-D1163B2A9C10}" type="slidenum">
              <a:rPr lang="en-US" smtClean="0"/>
              <a:t>3</a:t>
            </a:fld>
            <a:endParaRPr lang="en-US" dirty="0"/>
          </a:p>
        </p:txBody>
      </p:sp>
    </p:spTree>
    <p:extLst>
      <p:ext uri="{BB962C8B-B14F-4D97-AF65-F5344CB8AC3E}">
        <p14:creationId xmlns:p14="http://schemas.microsoft.com/office/powerpoint/2010/main" val="1377641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Member Journey/Process flow</a:t>
            </a:r>
          </a:p>
          <a:p>
            <a:pPr marL="171450" indent="-171450">
              <a:buFont typeface="Arial" panose="020B0604020202020204" pitchFamily="34" charset="0"/>
              <a:buChar char="•"/>
            </a:pPr>
            <a:r>
              <a:rPr lang="en-US" dirty="0"/>
              <a:t>Member contacts DentaQuest call center</a:t>
            </a:r>
          </a:p>
          <a:p>
            <a:pPr marL="171450" indent="-171450">
              <a:buFont typeface="Arial" panose="020B0604020202020204" pitchFamily="34" charset="0"/>
              <a:buChar char="•"/>
            </a:pPr>
            <a:r>
              <a:rPr lang="en-US" dirty="0"/>
              <a:t>Agent assists the member</a:t>
            </a:r>
          </a:p>
          <a:p>
            <a:pPr marL="171450" indent="-171450">
              <a:buFont typeface="Arial" panose="020B0604020202020204" pitchFamily="34" charset="0"/>
              <a:buChar char="•"/>
            </a:pPr>
            <a:r>
              <a:rPr lang="en-US" dirty="0"/>
              <a:t>Member routed to survey</a:t>
            </a:r>
          </a:p>
          <a:p>
            <a:pPr marL="171450" indent="-171450">
              <a:buFont typeface="Arial" panose="020B0604020202020204" pitchFamily="34" charset="0"/>
              <a:buChar char="•"/>
            </a:pPr>
            <a:r>
              <a:rPr lang="en-US" dirty="0"/>
              <a:t>Feedback captured </a:t>
            </a:r>
          </a:p>
        </p:txBody>
      </p:sp>
      <p:sp>
        <p:nvSpPr>
          <p:cNvPr id="4" name="Slide Number Placeholder 3"/>
          <p:cNvSpPr>
            <a:spLocks noGrp="1"/>
          </p:cNvSpPr>
          <p:nvPr>
            <p:ph type="sldNum" sz="quarter" idx="5"/>
          </p:nvPr>
        </p:nvSpPr>
        <p:spPr/>
        <p:txBody>
          <a:bodyPr/>
          <a:lstStyle/>
          <a:p>
            <a:fld id="{2CB3F336-7DD2-47CF-A0F3-D1163B2A9C10}" type="slidenum">
              <a:rPr lang="en-US" smtClean="0"/>
              <a:t>4</a:t>
            </a:fld>
            <a:endParaRPr lang="en-US" dirty="0"/>
          </a:p>
        </p:txBody>
      </p:sp>
    </p:spTree>
    <p:extLst>
      <p:ext uri="{BB962C8B-B14F-4D97-AF65-F5344CB8AC3E}">
        <p14:creationId xmlns:p14="http://schemas.microsoft.com/office/powerpoint/2010/main" val="2904187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Survey Overview - 5 Survey questions: NPS, FCR, Ease, Informed, Courtesy + Call Reason</a:t>
            </a:r>
          </a:p>
        </p:txBody>
      </p:sp>
      <p:sp>
        <p:nvSpPr>
          <p:cNvPr id="4" name="Slide Number Placeholder 3"/>
          <p:cNvSpPr>
            <a:spLocks noGrp="1"/>
          </p:cNvSpPr>
          <p:nvPr>
            <p:ph type="sldNum" sz="quarter" idx="5"/>
          </p:nvPr>
        </p:nvSpPr>
        <p:spPr/>
        <p:txBody>
          <a:bodyPr/>
          <a:lstStyle/>
          <a:p>
            <a:fld id="{2CB3F336-7DD2-47CF-A0F3-D1163B2A9C10}" type="slidenum">
              <a:rPr lang="en-US" smtClean="0"/>
              <a:t>5</a:t>
            </a:fld>
            <a:endParaRPr lang="en-US" dirty="0"/>
          </a:p>
        </p:txBody>
      </p:sp>
    </p:spTree>
    <p:extLst>
      <p:ext uri="{BB962C8B-B14F-4D97-AF65-F5344CB8AC3E}">
        <p14:creationId xmlns:p14="http://schemas.microsoft.com/office/powerpoint/2010/main" val="1443003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64,543 Total Surveys received. Insight: Which LOB drives highest volume of survey received</a:t>
            </a:r>
          </a:p>
        </p:txBody>
      </p:sp>
      <p:sp>
        <p:nvSpPr>
          <p:cNvPr id="4" name="Slide Number Placeholder 3"/>
          <p:cNvSpPr>
            <a:spLocks noGrp="1"/>
          </p:cNvSpPr>
          <p:nvPr>
            <p:ph type="sldNum" sz="quarter" idx="5"/>
          </p:nvPr>
        </p:nvSpPr>
        <p:spPr/>
        <p:txBody>
          <a:bodyPr/>
          <a:lstStyle/>
          <a:p>
            <a:fld id="{2CB3F336-7DD2-47CF-A0F3-D1163B2A9C10}" type="slidenum">
              <a:rPr lang="en-US" smtClean="0"/>
              <a:t>6</a:t>
            </a:fld>
            <a:endParaRPr lang="en-US" dirty="0"/>
          </a:p>
        </p:txBody>
      </p:sp>
    </p:spTree>
    <p:extLst>
      <p:ext uri="{BB962C8B-B14F-4D97-AF65-F5344CB8AC3E}">
        <p14:creationId xmlns:p14="http://schemas.microsoft.com/office/powerpoint/2010/main" val="1283686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F9BA-1D04-1437-49CD-D22950F61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6AE5C-5BB5-843E-02C6-09563A1818E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9CD9FC1-E73E-E51D-61CD-C3EE41790366}"/>
              </a:ext>
            </a:extLst>
          </p:cNvPr>
          <p:cNvSpPr>
            <a:spLocks noGrp="1"/>
          </p:cNvSpPr>
          <p:nvPr>
            <p:ph type="body" idx="1"/>
          </p:nvPr>
        </p:nvSpPr>
        <p:spPr/>
        <p:txBody>
          <a:bodyPr/>
          <a:lstStyle/>
          <a:p>
            <a:r>
              <a:rPr lang="en-US" dirty="0"/>
              <a:t>Call Types Distribution, Top Call reasons chart. Insight: What drives member contact</a:t>
            </a:r>
          </a:p>
          <a:p>
            <a:endParaRPr lang="en-US" dirty="0"/>
          </a:p>
        </p:txBody>
      </p:sp>
      <p:sp>
        <p:nvSpPr>
          <p:cNvPr id="4" name="Slide Number Placeholder 3">
            <a:extLst>
              <a:ext uri="{FF2B5EF4-FFF2-40B4-BE49-F238E27FC236}">
                <a16:creationId xmlns:a16="http://schemas.microsoft.com/office/drawing/2014/main" id="{7CAC0E23-4EE3-4EF2-6658-A15F33B3C297}"/>
              </a:ext>
            </a:extLst>
          </p:cNvPr>
          <p:cNvSpPr>
            <a:spLocks noGrp="1"/>
          </p:cNvSpPr>
          <p:nvPr>
            <p:ph type="sldNum" sz="quarter" idx="5"/>
          </p:nvPr>
        </p:nvSpPr>
        <p:spPr/>
        <p:txBody>
          <a:bodyPr/>
          <a:lstStyle/>
          <a:p>
            <a:fld id="{2CB3F336-7DD2-47CF-A0F3-D1163B2A9C10}" type="slidenum">
              <a:rPr lang="en-US" smtClean="0"/>
              <a:t>7</a:t>
            </a:fld>
            <a:endParaRPr lang="en-US" dirty="0"/>
          </a:p>
        </p:txBody>
      </p:sp>
    </p:spTree>
    <p:extLst>
      <p:ext uri="{BB962C8B-B14F-4D97-AF65-F5344CB8AC3E}">
        <p14:creationId xmlns:p14="http://schemas.microsoft.com/office/powerpoint/2010/main" val="1512092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B3F336-7DD2-47CF-A0F3-D1163B2A9C10}" type="slidenum">
              <a:rPr lang="en-US" smtClean="0"/>
              <a:t>8</a:t>
            </a:fld>
            <a:endParaRPr lang="en-US" dirty="0"/>
          </a:p>
        </p:txBody>
      </p:sp>
    </p:spTree>
    <p:extLst>
      <p:ext uri="{BB962C8B-B14F-4D97-AF65-F5344CB8AC3E}">
        <p14:creationId xmlns:p14="http://schemas.microsoft.com/office/powerpoint/2010/main" val="2050918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92DED-C60D-89E0-7150-99973698B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28BB6-B0AC-82E8-1C39-D1DD11739E1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4B78351-C069-F7FD-8D32-8D15CCB42FD0}"/>
              </a:ext>
            </a:extLst>
          </p:cNvPr>
          <p:cNvSpPr>
            <a:spLocks noGrp="1"/>
          </p:cNvSpPr>
          <p:nvPr>
            <p:ph type="body" idx="1"/>
          </p:nvPr>
        </p:nvSpPr>
        <p:spPr/>
        <p:txBody>
          <a:bodyPr/>
          <a:lstStyle/>
          <a:p>
            <a:r>
              <a:rPr lang="en-US" dirty="0"/>
              <a:t>Low Raters are defined as FCR scored with 3 or greater, Ease, Informed, Courtesy and NPS Dental scored between 1 to 3</a:t>
            </a:r>
          </a:p>
          <a:p>
            <a:r>
              <a:rPr lang="en-US" dirty="0"/>
              <a:t>Questions that are “blank” are not graded by members; these are reformatted as “0” during data scrubbing.  </a:t>
            </a:r>
          </a:p>
        </p:txBody>
      </p:sp>
      <p:sp>
        <p:nvSpPr>
          <p:cNvPr id="4" name="Slide Number Placeholder 3">
            <a:extLst>
              <a:ext uri="{FF2B5EF4-FFF2-40B4-BE49-F238E27FC236}">
                <a16:creationId xmlns:a16="http://schemas.microsoft.com/office/drawing/2014/main" id="{F82452F9-76C3-25C0-B618-DE22ADB5CC29}"/>
              </a:ext>
            </a:extLst>
          </p:cNvPr>
          <p:cNvSpPr>
            <a:spLocks noGrp="1"/>
          </p:cNvSpPr>
          <p:nvPr>
            <p:ph type="sldNum" sz="quarter" idx="5"/>
          </p:nvPr>
        </p:nvSpPr>
        <p:spPr/>
        <p:txBody>
          <a:bodyPr/>
          <a:lstStyle/>
          <a:p>
            <a:fld id="{2CB3F336-7DD2-47CF-A0F3-D1163B2A9C10}" type="slidenum">
              <a:rPr lang="en-US" smtClean="0"/>
              <a:t>9</a:t>
            </a:fld>
            <a:endParaRPr lang="en-US" dirty="0"/>
          </a:p>
        </p:txBody>
      </p:sp>
    </p:spTree>
    <p:extLst>
      <p:ext uri="{BB962C8B-B14F-4D97-AF65-F5344CB8AC3E}">
        <p14:creationId xmlns:p14="http://schemas.microsoft.com/office/powerpoint/2010/main" val="279353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5047-AA7D-FB99-74CA-01572AD61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867BB-7F10-B721-59CE-75D5D092C0E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11087BF-B259-126F-4012-7F63CC24E357}"/>
              </a:ext>
            </a:extLst>
          </p:cNvPr>
          <p:cNvSpPr>
            <a:spLocks noGrp="1"/>
          </p:cNvSpPr>
          <p:nvPr>
            <p:ph type="body" idx="1"/>
          </p:nvPr>
        </p:nvSpPr>
        <p:spPr/>
        <p:txBody>
          <a:bodyPr/>
          <a:lstStyle/>
          <a:p>
            <a:r>
              <a:rPr lang="en-US" dirty="0"/>
              <a:t>High Raters are defined as FCR scored with 1 &amp; 2, Ease, Informed, Courtesy and NPS Dental scored with 4 &amp; 5 (based on total surveys received)</a:t>
            </a:r>
          </a:p>
          <a:p>
            <a:r>
              <a:rPr lang="en-US" dirty="0"/>
              <a:t>Where Satisfaction occurs, Which calls types are impacted. Questions that are “blank” are not graded by members; these are reformatted as “0” during data scrubbing.  </a:t>
            </a:r>
          </a:p>
        </p:txBody>
      </p:sp>
      <p:sp>
        <p:nvSpPr>
          <p:cNvPr id="4" name="Slide Number Placeholder 3">
            <a:extLst>
              <a:ext uri="{FF2B5EF4-FFF2-40B4-BE49-F238E27FC236}">
                <a16:creationId xmlns:a16="http://schemas.microsoft.com/office/drawing/2014/main" id="{6A1A848C-E1E4-3646-5880-38C5AABF76BD}"/>
              </a:ext>
            </a:extLst>
          </p:cNvPr>
          <p:cNvSpPr>
            <a:spLocks noGrp="1"/>
          </p:cNvSpPr>
          <p:nvPr>
            <p:ph type="sldNum" sz="quarter" idx="5"/>
          </p:nvPr>
        </p:nvSpPr>
        <p:spPr/>
        <p:txBody>
          <a:bodyPr/>
          <a:lstStyle/>
          <a:p>
            <a:fld id="{2CB3F336-7DD2-47CF-A0F3-D1163B2A9C10}" type="slidenum">
              <a:rPr lang="en-US" smtClean="0"/>
              <a:t>11</a:t>
            </a:fld>
            <a:endParaRPr lang="en-US" dirty="0"/>
          </a:p>
        </p:txBody>
      </p:sp>
    </p:spTree>
    <p:extLst>
      <p:ext uri="{BB962C8B-B14F-4D97-AF65-F5344CB8AC3E}">
        <p14:creationId xmlns:p14="http://schemas.microsoft.com/office/powerpoint/2010/main" val="4007179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Focusing on top 2 Call Reason which happen to be top 2 high and low raters.  </a:t>
            </a:r>
          </a:p>
          <a:p>
            <a:r>
              <a:rPr lang="en-US" dirty="0"/>
              <a:t>*Note: Counts differ from overall Call Reason totals because this analysis is based on survey rating criteria.</a:t>
            </a:r>
          </a:p>
        </p:txBody>
      </p:sp>
      <p:sp>
        <p:nvSpPr>
          <p:cNvPr id="4" name="Slide Number Placeholder 3"/>
          <p:cNvSpPr>
            <a:spLocks noGrp="1"/>
          </p:cNvSpPr>
          <p:nvPr>
            <p:ph type="sldNum" sz="quarter" idx="5"/>
          </p:nvPr>
        </p:nvSpPr>
        <p:spPr/>
        <p:txBody>
          <a:bodyPr/>
          <a:lstStyle/>
          <a:p>
            <a:fld id="{2CB3F336-7DD2-47CF-A0F3-D1163B2A9C10}" type="slidenum">
              <a:rPr lang="en-US" smtClean="0"/>
              <a:t>12</a:t>
            </a:fld>
            <a:endParaRPr lang="en-US" dirty="0"/>
          </a:p>
        </p:txBody>
      </p:sp>
    </p:spTree>
    <p:extLst>
      <p:ext uri="{BB962C8B-B14F-4D97-AF65-F5344CB8AC3E}">
        <p14:creationId xmlns:p14="http://schemas.microsoft.com/office/powerpoint/2010/main" val="184427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DB78-833C-F004-E96C-4B1E306F8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82EAB-F2FB-C021-C4C9-EC890E0C9D5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06243C0-A53F-C9E5-2A49-42D873B815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21714-0A46-BB58-8365-A2096450E523}"/>
              </a:ext>
            </a:extLst>
          </p:cNvPr>
          <p:cNvSpPr>
            <a:spLocks noGrp="1"/>
          </p:cNvSpPr>
          <p:nvPr>
            <p:ph type="sldNum" sz="quarter" idx="5"/>
          </p:nvPr>
        </p:nvSpPr>
        <p:spPr/>
        <p:txBody>
          <a:bodyPr/>
          <a:lstStyle/>
          <a:p>
            <a:fld id="{2CB3F336-7DD2-47CF-A0F3-D1163B2A9C10}" type="slidenum">
              <a:rPr lang="en-US" smtClean="0"/>
              <a:t>13</a:t>
            </a:fld>
            <a:endParaRPr lang="en-US" dirty="0"/>
          </a:p>
        </p:txBody>
      </p:sp>
    </p:spTree>
    <p:extLst>
      <p:ext uri="{BB962C8B-B14F-4D97-AF65-F5344CB8AC3E}">
        <p14:creationId xmlns:p14="http://schemas.microsoft.com/office/powerpoint/2010/main" val="585452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15E40-0AAB-EBB7-BFAB-2E34EAD77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EC716-3D08-6490-D055-33DEE49F514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966136D-9280-0460-8DB4-627B416094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70CE0E-FB37-1825-9113-3B40A1B835DA}"/>
              </a:ext>
            </a:extLst>
          </p:cNvPr>
          <p:cNvSpPr>
            <a:spLocks noGrp="1"/>
          </p:cNvSpPr>
          <p:nvPr>
            <p:ph type="sldNum" sz="quarter" idx="5"/>
          </p:nvPr>
        </p:nvSpPr>
        <p:spPr/>
        <p:txBody>
          <a:bodyPr/>
          <a:lstStyle/>
          <a:p>
            <a:fld id="{2CB3F336-7DD2-47CF-A0F3-D1163B2A9C10}" type="slidenum">
              <a:rPr lang="en-US" smtClean="0"/>
              <a:t>15</a:t>
            </a:fld>
            <a:endParaRPr lang="en-US" dirty="0"/>
          </a:p>
        </p:txBody>
      </p:sp>
    </p:spTree>
    <p:extLst>
      <p:ext uri="{BB962C8B-B14F-4D97-AF65-F5344CB8AC3E}">
        <p14:creationId xmlns:p14="http://schemas.microsoft.com/office/powerpoint/2010/main" val="2224558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343BBF-5896-492F-B293-DE44DE83197D}"/>
              </a:ext>
              <a:ext uri="{C183D7F6-B498-43B3-948B-1728B52AA6E4}">
                <adec:decorative xmlns:adec="http://schemas.microsoft.com/office/drawing/2017/decorative" val="1"/>
              </a:ext>
            </a:extLst>
          </p:cNvPr>
          <p:cNvSpPr/>
          <p:nvPr userDrawn="1"/>
        </p:nvSpPr>
        <p:spPr>
          <a:xfrm>
            <a:off x="3600127" y="5095875"/>
            <a:ext cx="4991747" cy="176212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Picture Placeholder 5">
            <a:extLst>
              <a:ext uri="{FF2B5EF4-FFF2-40B4-BE49-F238E27FC236}">
                <a16:creationId xmlns:a16="http://schemas.microsoft.com/office/drawing/2014/main" id="{28BC4C36-9C93-4585-BF64-797C379471F5}"/>
              </a:ext>
            </a:extLst>
          </p:cNvPr>
          <p:cNvSpPr>
            <a:spLocks noGrp="1"/>
          </p:cNvSpPr>
          <p:nvPr>
            <p:ph type="pic" sz="quarter" idx="10" hasCustomPrompt="1"/>
          </p:nvPr>
        </p:nvSpPr>
        <p:spPr>
          <a:xfrm>
            <a:off x="466725" y="466725"/>
            <a:ext cx="11258550" cy="5924550"/>
          </a:xfrm>
          <a:custGeom>
            <a:avLst/>
            <a:gdLst>
              <a:gd name="connsiteX0" fmla="*/ 0 w 11258550"/>
              <a:gd name="connsiteY0" fmla="*/ 0 h 5924550"/>
              <a:gd name="connsiteX1" fmla="*/ 11258550 w 11258550"/>
              <a:gd name="connsiteY1" fmla="*/ 0 h 5924550"/>
              <a:gd name="connsiteX2" fmla="*/ 11258550 w 11258550"/>
              <a:gd name="connsiteY2" fmla="*/ 5924550 h 5924550"/>
              <a:gd name="connsiteX3" fmla="*/ 8125149 w 11258550"/>
              <a:gd name="connsiteY3" fmla="*/ 5924550 h 5924550"/>
              <a:gd name="connsiteX4" fmla="*/ 8125149 w 11258550"/>
              <a:gd name="connsiteY4" fmla="*/ 4629150 h 5924550"/>
              <a:gd name="connsiteX5" fmla="*/ 3133402 w 11258550"/>
              <a:gd name="connsiteY5" fmla="*/ 4629150 h 5924550"/>
              <a:gd name="connsiteX6" fmla="*/ 3133402 w 11258550"/>
              <a:gd name="connsiteY6" fmla="*/ 5924550 h 5924550"/>
              <a:gd name="connsiteX7" fmla="*/ 0 w 11258550"/>
              <a:gd name="connsiteY7" fmla="*/ 5924550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58550" h="5924550">
                <a:moveTo>
                  <a:pt x="0" y="0"/>
                </a:moveTo>
                <a:lnTo>
                  <a:pt x="11258550" y="0"/>
                </a:lnTo>
                <a:lnTo>
                  <a:pt x="11258550" y="5924550"/>
                </a:lnTo>
                <a:lnTo>
                  <a:pt x="8125149" y="5924550"/>
                </a:lnTo>
                <a:lnTo>
                  <a:pt x="8125149" y="4629150"/>
                </a:lnTo>
                <a:lnTo>
                  <a:pt x="3133402" y="4629150"/>
                </a:lnTo>
                <a:lnTo>
                  <a:pt x="3133402" y="5924550"/>
                </a:lnTo>
                <a:lnTo>
                  <a:pt x="0" y="5924550"/>
                </a:lnTo>
                <a:close/>
              </a:path>
            </a:pathLst>
          </a:custGeom>
        </p:spPr>
        <p:txBody>
          <a:bodyPr wrap="square">
            <a:noAutofit/>
          </a:bodyPr>
          <a:lstStyle>
            <a:lvl1pPr marL="0" indent="0" algn="ctr">
              <a:buNone/>
              <a:defRPr/>
            </a:lvl1pPr>
          </a:lstStyle>
          <a:p>
            <a:r>
              <a:rPr lang="en-US" dirty="0"/>
              <a:t>Click to add photo</a:t>
            </a:r>
          </a:p>
        </p:txBody>
      </p:sp>
      <p:sp>
        <p:nvSpPr>
          <p:cNvPr id="18" name="Text Placeholder 17">
            <a:extLst>
              <a:ext uri="{FF2B5EF4-FFF2-40B4-BE49-F238E27FC236}">
                <a16:creationId xmlns:a16="http://schemas.microsoft.com/office/drawing/2014/main" id="{7749D11F-03B6-400D-94E7-177EEBC5C7C3}"/>
              </a:ext>
            </a:extLst>
          </p:cNvPr>
          <p:cNvSpPr>
            <a:spLocks noGrp="1"/>
          </p:cNvSpPr>
          <p:nvPr>
            <p:ph type="body" sz="quarter" idx="12" hasCustomPrompt="1"/>
          </p:nvPr>
        </p:nvSpPr>
        <p:spPr>
          <a:xfrm>
            <a:off x="3960921" y="6176266"/>
            <a:ext cx="4270159" cy="339247"/>
          </a:xfrm>
        </p:spPr>
        <p:txBody>
          <a:bodyPr>
            <a:noAutofit/>
          </a:bodyPr>
          <a:lstStyle>
            <a:lvl1pPr marL="0" indent="0" algn="ctr">
              <a:buNone/>
              <a:defRPr sz="2000" spc="100" baseline="0">
                <a:solidFill>
                  <a:schemeClr val="accent6"/>
                </a:solidFill>
              </a:defRPr>
            </a:lvl1pPr>
          </a:lstStyle>
          <a:p>
            <a:pPr lvl="0"/>
            <a:r>
              <a:rPr lang="en-US"/>
              <a:t>Click to add name</a:t>
            </a:r>
          </a:p>
        </p:txBody>
      </p:sp>
      <p:sp>
        <p:nvSpPr>
          <p:cNvPr id="2" name="Title 1">
            <a:extLst>
              <a:ext uri="{FF2B5EF4-FFF2-40B4-BE49-F238E27FC236}">
                <a16:creationId xmlns:a16="http://schemas.microsoft.com/office/drawing/2014/main" id="{984C86F7-04B1-4F1F-B4FB-8A3C2793606D}"/>
              </a:ext>
            </a:extLst>
          </p:cNvPr>
          <p:cNvSpPr>
            <a:spLocks noGrp="1"/>
          </p:cNvSpPr>
          <p:nvPr>
            <p:ph type="title" hasCustomPrompt="1"/>
          </p:nvPr>
        </p:nvSpPr>
        <p:spPr>
          <a:xfrm>
            <a:off x="3960940" y="5489855"/>
            <a:ext cx="4270248" cy="640080"/>
          </a:xfrm>
        </p:spPr>
        <p:txBody>
          <a:bodyPr anchor="t">
            <a:noAutofit/>
          </a:bodyPr>
          <a:lstStyle>
            <a:lvl1pPr algn="ctr">
              <a:lnSpc>
                <a:spcPct val="80000"/>
              </a:lnSpc>
              <a:defRPr sz="5000" cap="all" baseline="0">
                <a:ln w="19050">
                  <a:solidFill>
                    <a:schemeClr val="accent6"/>
                  </a:solidFill>
                </a:ln>
                <a:noFill/>
              </a:defRPr>
            </a:lvl1pPr>
          </a:lstStyle>
          <a:p>
            <a:r>
              <a:rPr lang="en-US" dirty="0"/>
              <a:t>Click to add title</a:t>
            </a:r>
          </a:p>
        </p:txBody>
      </p:sp>
    </p:spTree>
    <p:extLst>
      <p:ext uri="{BB962C8B-B14F-4D97-AF65-F5344CB8AC3E}">
        <p14:creationId xmlns:p14="http://schemas.microsoft.com/office/powerpoint/2010/main" val="3136384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6E7A44-0539-4C8E-ABEB-E56B131C44E7}"/>
              </a:ext>
              <a:ext uri="{C183D7F6-B498-43B3-948B-1728B52AA6E4}">
                <adec:decorative xmlns:adec="http://schemas.microsoft.com/office/drawing/2017/decorative" val="1"/>
              </a:ext>
            </a:extLst>
          </p:cNvPr>
          <p:cNvSpPr/>
          <p:nvPr userDrawn="1"/>
        </p:nvSpPr>
        <p:spPr>
          <a:xfrm>
            <a:off x="6029326" y="2152651"/>
            <a:ext cx="6162674" cy="29098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Picture Placeholder 10">
            <a:extLst>
              <a:ext uri="{FF2B5EF4-FFF2-40B4-BE49-F238E27FC236}">
                <a16:creationId xmlns:a16="http://schemas.microsoft.com/office/drawing/2014/main" id="{200CB7D0-0851-45AD-932F-0A0BD59CCB01}"/>
              </a:ext>
            </a:extLst>
          </p:cNvPr>
          <p:cNvSpPr>
            <a:spLocks noGrp="1"/>
          </p:cNvSpPr>
          <p:nvPr>
            <p:ph type="pic" sz="quarter" idx="13" hasCustomPrompt="1"/>
          </p:nvPr>
        </p:nvSpPr>
        <p:spPr>
          <a:xfrm>
            <a:off x="1" y="466726"/>
            <a:ext cx="6848474" cy="6391274"/>
          </a:xfrm>
          <a:custGeom>
            <a:avLst/>
            <a:gdLst>
              <a:gd name="connsiteX0" fmla="*/ 0 w 6848474"/>
              <a:gd name="connsiteY0" fmla="*/ 0 h 6391274"/>
              <a:gd name="connsiteX1" fmla="*/ 6848474 w 6848474"/>
              <a:gd name="connsiteY1" fmla="*/ 0 h 6391274"/>
              <a:gd name="connsiteX2" fmla="*/ 6848474 w 6848474"/>
              <a:gd name="connsiteY2" fmla="*/ 1685925 h 6391274"/>
              <a:gd name="connsiteX3" fmla="*/ 6029325 w 6848474"/>
              <a:gd name="connsiteY3" fmla="*/ 1685925 h 6391274"/>
              <a:gd name="connsiteX4" fmla="*/ 6029325 w 6848474"/>
              <a:gd name="connsiteY4" fmla="*/ 4595813 h 6391274"/>
              <a:gd name="connsiteX5" fmla="*/ 6848474 w 6848474"/>
              <a:gd name="connsiteY5" fmla="*/ 4595813 h 6391274"/>
              <a:gd name="connsiteX6" fmla="*/ 6848474 w 6848474"/>
              <a:gd name="connsiteY6" fmla="*/ 6391274 h 6391274"/>
              <a:gd name="connsiteX7" fmla="*/ 0 w 6848474"/>
              <a:gd name="connsiteY7" fmla="*/ 6391274 h 639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8474" h="6391274">
                <a:moveTo>
                  <a:pt x="0" y="0"/>
                </a:moveTo>
                <a:lnTo>
                  <a:pt x="6848474" y="0"/>
                </a:lnTo>
                <a:lnTo>
                  <a:pt x="6848474" y="1685925"/>
                </a:lnTo>
                <a:lnTo>
                  <a:pt x="6029325" y="1685925"/>
                </a:lnTo>
                <a:lnTo>
                  <a:pt x="6029325" y="4595813"/>
                </a:lnTo>
                <a:lnTo>
                  <a:pt x="6848474" y="4595813"/>
                </a:lnTo>
                <a:lnTo>
                  <a:pt x="6848474" y="6391274"/>
                </a:lnTo>
                <a:lnTo>
                  <a:pt x="0" y="6391274"/>
                </a:lnTo>
                <a:close/>
              </a:path>
            </a:pathLst>
          </a:custGeom>
        </p:spPr>
        <p:txBody>
          <a:bodyPr wrap="square">
            <a:noAutofit/>
          </a:bodyPr>
          <a:lstStyle>
            <a:lvl1pPr marL="0" indent="0" algn="ctr">
              <a:buNone/>
              <a:defRPr/>
            </a:lvl1pPr>
          </a:lstStyle>
          <a:p>
            <a:r>
              <a:rPr lang="en-US" dirty="0"/>
              <a:t>Click to add photo</a:t>
            </a:r>
          </a:p>
        </p:txBody>
      </p:sp>
      <p:sp>
        <p:nvSpPr>
          <p:cNvPr id="4" name="Date Placeholder 3">
            <a:extLst>
              <a:ext uri="{FF2B5EF4-FFF2-40B4-BE49-F238E27FC236}">
                <a16:creationId xmlns:a16="http://schemas.microsoft.com/office/drawing/2014/main" id="{BE0C0B0C-9F99-4C31-993B-EB072ABAD206}"/>
              </a:ext>
            </a:extLst>
          </p:cNvPr>
          <p:cNvSpPr>
            <a:spLocks noGrp="1"/>
          </p:cNvSpPr>
          <p:nvPr>
            <p:ph type="dt" sz="half" idx="10"/>
          </p:nvPr>
        </p:nvSpPr>
        <p:spPr/>
        <p:txBody>
          <a:bodyPr>
            <a:noAutofit/>
          </a:bodyPr>
          <a:lstStyle>
            <a:lvl1pPr>
              <a:defRPr>
                <a:solidFill>
                  <a:schemeClr val="accent1"/>
                </a:solidFill>
              </a:defRPr>
            </a:lvl1pPr>
          </a:lstStyle>
          <a:p>
            <a:r>
              <a:rPr lang="en-US" dirty="0"/>
              <a:t>8/03/20XX</a:t>
            </a:r>
          </a:p>
        </p:txBody>
      </p:sp>
      <p:sp>
        <p:nvSpPr>
          <p:cNvPr id="5" name="Footer Placeholder 4">
            <a:extLst>
              <a:ext uri="{FF2B5EF4-FFF2-40B4-BE49-F238E27FC236}">
                <a16:creationId xmlns:a16="http://schemas.microsoft.com/office/drawing/2014/main" id="{B632CDF4-F0E3-4D07-89C6-5ABCCDDD8726}"/>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6" name="Slide Number Placeholder 5">
            <a:extLst>
              <a:ext uri="{FF2B5EF4-FFF2-40B4-BE49-F238E27FC236}">
                <a16:creationId xmlns:a16="http://schemas.microsoft.com/office/drawing/2014/main" id="{645BDA5F-715E-4514-9476-437B3EB01335}"/>
              </a:ext>
            </a:extLst>
          </p:cNvPr>
          <p:cNvSpPr>
            <a:spLocks noGrp="1"/>
          </p:cNvSpPr>
          <p:nvPr>
            <p:ph type="sldNum" sz="quarter" idx="12"/>
          </p:nvPr>
        </p:nvSpPr>
        <p:spPr/>
        <p:txBody>
          <a:bodyPr>
            <a:noAutofit/>
          </a:bodyPr>
          <a:lstStyle>
            <a:lvl1pPr>
              <a:defRPr>
                <a:solidFill>
                  <a:schemeClr val="accent1"/>
                </a:solidFill>
              </a:defRPr>
            </a:lvl1pPr>
          </a:lstStyle>
          <a:p>
            <a:fld id="{BF860B6F-2FE3-4DE6-9496-980E987E7466}" type="slidenum">
              <a:rPr lang="en-US" smtClean="0"/>
              <a:pPr/>
              <a:t>‹#›</a:t>
            </a:fld>
            <a:endParaRPr lang="en-US" dirty="0"/>
          </a:p>
        </p:txBody>
      </p:sp>
      <p:sp>
        <p:nvSpPr>
          <p:cNvPr id="9" name="Text Placeholder 8">
            <a:extLst>
              <a:ext uri="{FF2B5EF4-FFF2-40B4-BE49-F238E27FC236}">
                <a16:creationId xmlns:a16="http://schemas.microsoft.com/office/drawing/2014/main" id="{A9D38E0F-D52F-4777-9D68-D30CB3B8C8ED}"/>
              </a:ext>
            </a:extLst>
          </p:cNvPr>
          <p:cNvSpPr>
            <a:spLocks noGrp="1"/>
          </p:cNvSpPr>
          <p:nvPr>
            <p:ph type="body" sz="quarter" idx="14" hasCustomPrompt="1"/>
          </p:nvPr>
        </p:nvSpPr>
        <p:spPr>
          <a:xfrm>
            <a:off x="6524625" y="2624137"/>
            <a:ext cx="5172075" cy="2033588"/>
          </a:xfrm>
        </p:spPr>
        <p:txBody>
          <a:bodyPr>
            <a:noAutofit/>
          </a:bodyPr>
          <a:lstStyle>
            <a:lvl1pPr marL="0" indent="0">
              <a:lnSpc>
                <a:spcPct val="125000"/>
              </a:lnSpc>
              <a:spcBef>
                <a:spcPts val="0"/>
              </a:spcBef>
              <a:buNone/>
              <a:defRPr sz="1600" spc="100" baseline="0">
                <a:solidFill>
                  <a:schemeClr val="bg1"/>
                </a:solidFill>
              </a:defRPr>
            </a:lvl1pPr>
          </a:lstStyle>
          <a:p>
            <a:pPr lvl="0"/>
            <a:r>
              <a:rPr lang="en-US" dirty="0"/>
              <a:t>Click to add text</a:t>
            </a:r>
          </a:p>
        </p:txBody>
      </p:sp>
      <p:sp>
        <p:nvSpPr>
          <p:cNvPr id="13" name="Title 1">
            <a:extLst>
              <a:ext uri="{FF2B5EF4-FFF2-40B4-BE49-F238E27FC236}">
                <a16:creationId xmlns:a16="http://schemas.microsoft.com/office/drawing/2014/main" id="{1E083E92-8775-41F5-A992-0786A4081385}"/>
              </a:ext>
            </a:extLst>
          </p:cNvPr>
          <p:cNvSpPr>
            <a:spLocks noGrp="1"/>
          </p:cNvSpPr>
          <p:nvPr>
            <p:ph type="title" hasCustomPrompt="1"/>
          </p:nvPr>
        </p:nvSpPr>
        <p:spPr>
          <a:xfrm>
            <a:off x="7692272" y="671808"/>
            <a:ext cx="3661528" cy="639192"/>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327629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5760CB-267C-4B96-8D93-EA775230543A}"/>
              </a:ext>
            </a:extLst>
          </p:cNvPr>
          <p:cNvSpPr>
            <a:spLocks noGrp="1"/>
          </p:cNvSpPr>
          <p:nvPr>
            <p:ph type="dt" sz="half" idx="10"/>
          </p:nvPr>
        </p:nvSpPr>
        <p:spPr/>
        <p:txBody>
          <a:bodyPr>
            <a:noAutofit/>
          </a:bodyPr>
          <a:lstStyle/>
          <a:p>
            <a:r>
              <a:rPr lang="en-US" dirty="0"/>
              <a:t>8/03/20XX</a:t>
            </a:r>
          </a:p>
        </p:txBody>
      </p:sp>
      <p:sp>
        <p:nvSpPr>
          <p:cNvPr id="5" name="Footer Placeholder 4">
            <a:extLst>
              <a:ext uri="{FF2B5EF4-FFF2-40B4-BE49-F238E27FC236}">
                <a16:creationId xmlns:a16="http://schemas.microsoft.com/office/drawing/2014/main" id="{0D5F8915-ABFD-4CAE-AC61-1E1B2B1C6F04}"/>
              </a:ext>
            </a:extLst>
          </p:cNvPr>
          <p:cNvSpPr>
            <a:spLocks noGrp="1"/>
          </p:cNvSpPr>
          <p:nvPr>
            <p:ph type="ftr" sz="quarter" idx="11"/>
          </p:nvPr>
        </p:nvSpPr>
        <p:spPr/>
        <p:txBody>
          <a:bodyPr>
            <a:noAutofit/>
          </a:bodyPr>
          <a:lstStyle/>
          <a:p>
            <a:r>
              <a:rPr lang="en-US" dirty="0"/>
              <a:t>PITCH DECK</a:t>
            </a:r>
          </a:p>
        </p:txBody>
      </p:sp>
      <p:sp>
        <p:nvSpPr>
          <p:cNvPr id="6" name="Slide Number Placeholder 5">
            <a:extLst>
              <a:ext uri="{FF2B5EF4-FFF2-40B4-BE49-F238E27FC236}">
                <a16:creationId xmlns:a16="http://schemas.microsoft.com/office/drawing/2014/main" id="{27F7218A-692D-4EB0-817E-60AFD432FC84}"/>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9" name="Text Placeholder 10">
            <a:extLst>
              <a:ext uri="{FF2B5EF4-FFF2-40B4-BE49-F238E27FC236}">
                <a16:creationId xmlns:a16="http://schemas.microsoft.com/office/drawing/2014/main" id="{D5A4AB60-E1AB-4239-BFC7-C10A235B18E0}"/>
              </a:ext>
            </a:extLst>
          </p:cNvPr>
          <p:cNvSpPr>
            <a:spLocks noGrp="1"/>
          </p:cNvSpPr>
          <p:nvPr>
            <p:ph type="body" sz="quarter" idx="13" hasCustomPrompt="1"/>
          </p:nvPr>
        </p:nvSpPr>
        <p:spPr>
          <a:xfrm>
            <a:off x="838200" y="2700899"/>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0" name="Text Placeholder 10">
            <a:extLst>
              <a:ext uri="{FF2B5EF4-FFF2-40B4-BE49-F238E27FC236}">
                <a16:creationId xmlns:a16="http://schemas.microsoft.com/office/drawing/2014/main" id="{53300DCB-9114-4ADF-8664-EFDD2C7A6E6A}"/>
              </a:ext>
            </a:extLst>
          </p:cNvPr>
          <p:cNvSpPr>
            <a:spLocks noGrp="1"/>
          </p:cNvSpPr>
          <p:nvPr>
            <p:ph type="body" sz="quarter" idx="17" hasCustomPrompt="1"/>
          </p:nvPr>
        </p:nvSpPr>
        <p:spPr>
          <a:xfrm>
            <a:off x="838200" y="2321396"/>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1" name="Text Placeholder 10">
            <a:extLst>
              <a:ext uri="{FF2B5EF4-FFF2-40B4-BE49-F238E27FC236}">
                <a16:creationId xmlns:a16="http://schemas.microsoft.com/office/drawing/2014/main" id="{6B69E913-93AE-4878-BA45-C2A83F5ACE30}"/>
              </a:ext>
            </a:extLst>
          </p:cNvPr>
          <p:cNvSpPr>
            <a:spLocks noGrp="1"/>
          </p:cNvSpPr>
          <p:nvPr>
            <p:ph type="body" sz="quarter" idx="22" hasCustomPrompt="1"/>
          </p:nvPr>
        </p:nvSpPr>
        <p:spPr>
          <a:xfrm>
            <a:off x="838200" y="4683183"/>
            <a:ext cx="3281555" cy="1067648"/>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EF306DC8-5642-4A13-B67A-9BF5A74DB8BB}"/>
              </a:ext>
            </a:extLst>
          </p:cNvPr>
          <p:cNvSpPr>
            <a:spLocks noGrp="1"/>
          </p:cNvSpPr>
          <p:nvPr>
            <p:ph type="body" sz="quarter" idx="23" hasCustomPrompt="1"/>
          </p:nvPr>
        </p:nvSpPr>
        <p:spPr>
          <a:xfrm>
            <a:off x="838200" y="4303679"/>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3" name="Text Placeholder 10">
            <a:extLst>
              <a:ext uri="{FF2B5EF4-FFF2-40B4-BE49-F238E27FC236}">
                <a16:creationId xmlns:a16="http://schemas.microsoft.com/office/drawing/2014/main" id="{CC0CA179-9852-4BA8-8E7D-8C5F43775EA9}"/>
              </a:ext>
            </a:extLst>
          </p:cNvPr>
          <p:cNvSpPr>
            <a:spLocks noGrp="1"/>
          </p:cNvSpPr>
          <p:nvPr>
            <p:ph type="body" sz="quarter" idx="24" hasCustomPrompt="1"/>
          </p:nvPr>
        </p:nvSpPr>
        <p:spPr>
          <a:xfrm>
            <a:off x="4465159" y="2715236"/>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651735A5-9931-4467-9BBD-D622219F38F6}"/>
              </a:ext>
            </a:extLst>
          </p:cNvPr>
          <p:cNvSpPr>
            <a:spLocks noGrp="1"/>
          </p:cNvSpPr>
          <p:nvPr>
            <p:ph type="body" sz="quarter" idx="25" hasCustomPrompt="1"/>
          </p:nvPr>
        </p:nvSpPr>
        <p:spPr>
          <a:xfrm>
            <a:off x="4465159" y="2335733"/>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75467CBB-A84A-4371-9C2F-3BD7181223E8}"/>
              </a:ext>
            </a:extLst>
          </p:cNvPr>
          <p:cNvSpPr>
            <a:spLocks noGrp="1"/>
          </p:cNvSpPr>
          <p:nvPr>
            <p:ph type="body" sz="quarter" idx="26" hasCustomPrompt="1"/>
          </p:nvPr>
        </p:nvSpPr>
        <p:spPr>
          <a:xfrm>
            <a:off x="4465159" y="4697520"/>
            <a:ext cx="3281555" cy="1067648"/>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5E96B9F0-428C-454F-A050-D0D8E8714281}"/>
              </a:ext>
            </a:extLst>
          </p:cNvPr>
          <p:cNvSpPr>
            <a:spLocks noGrp="1"/>
          </p:cNvSpPr>
          <p:nvPr>
            <p:ph type="body" sz="quarter" idx="27" hasCustomPrompt="1"/>
          </p:nvPr>
        </p:nvSpPr>
        <p:spPr>
          <a:xfrm>
            <a:off x="4465159" y="4318016"/>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7" name="Text Placeholder 10">
            <a:extLst>
              <a:ext uri="{FF2B5EF4-FFF2-40B4-BE49-F238E27FC236}">
                <a16:creationId xmlns:a16="http://schemas.microsoft.com/office/drawing/2014/main" id="{DBEB11F1-0872-4500-8CBB-63D9F6BBAF00}"/>
              </a:ext>
            </a:extLst>
          </p:cNvPr>
          <p:cNvSpPr>
            <a:spLocks noGrp="1"/>
          </p:cNvSpPr>
          <p:nvPr>
            <p:ph type="body" sz="quarter" idx="28" hasCustomPrompt="1"/>
          </p:nvPr>
        </p:nvSpPr>
        <p:spPr>
          <a:xfrm>
            <a:off x="8089832" y="2715236"/>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1D1E8BAA-941F-4D25-92A6-7E9A2C3664CD}"/>
              </a:ext>
            </a:extLst>
          </p:cNvPr>
          <p:cNvSpPr>
            <a:spLocks noGrp="1"/>
          </p:cNvSpPr>
          <p:nvPr>
            <p:ph type="body" sz="quarter" idx="29" hasCustomPrompt="1"/>
          </p:nvPr>
        </p:nvSpPr>
        <p:spPr>
          <a:xfrm>
            <a:off x="8089832" y="2335733"/>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9" name="Rectangle 18">
            <a:extLst>
              <a:ext uri="{FF2B5EF4-FFF2-40B4-BE49-F238E27FC236}">
                <a16:creationId xmlns:a16="http://schemas.microsoft.com/office/drawing/2014/main" id="{9A7E5E59-1A85-4D6C-9DFC-E288DD5ABE98}"/>
              </a:ext>
            </a:extLst>
          </p:cNvPr>
          <p:cNvSpPr/>
          <p:nvPr userDrawn="1"/>
        </p:nvSpPr>
        <p:spPr>
          <a:xfrm rot="5400000">
            <a:off x="9766385" y="-1006534"/>
            <a:ext cx="972645" cy="39242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E67B2D7D-08A6-4C69-B43C-2288E5BBDAEA}"/>
              </a:ext>
            </a:extLst>
          </p:cNvPr>
          <p:cNvSpPr>
            <a:spLocks noGrp="1"/>
          </p:cNvSpPr>
          <p:nvPr>
            <p:ph type="title" hasCustomPrompt="1"/>
          </p:nvPr>
        </p:nvSpPr>
        <p:spPr>
          <a:xfrm>
            <a:off x="2891574" y="658420"/>
            <a:ext cx="6408851" cy="665965"/>
          </a:xfrm>
        </p:spPr>
        <p:txBody>
          <a:bodyPr/>
          <a:lstStyle>
            <a:lvl1pPr algn="r">
              <a:defRPr/>
            </a:lvl1pPr>
          </a:lstStyle>
          <a:p>
            <a:r>
              <a:rPr lang="en-US" dirty="0"/>
              <a:t>Click to add title</a:t>
            </a:r>
          </a:p>
        </p:txBody>
      </p:sp>
    </p:spTree>
    <p:extLst>
      <p:ext uri="{BB962C8B-B14F-4D97-AF65-F5344CB8AC3E}">
        <p14:creationId xmlns:p14="http://schemas.microsoft.com/office/powerpoint/2010/main" val="256917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CFDE121-67A1-407B-A6E2-D5B255A4F712}"/>
              </a:ext>
            </a:extLst>
          </p:cNvPr>
          <p:cNvSpPr/>
          <p:nvPr userDrawn="1"/>
        </p:nvSpPr>
        <p:spPr>
          <a:xfrm>
            <a:off x="1282168" y="0"/>
            <a:ext cx="1855263" cy="445995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F45C2B05-C32D-4F66-8BDA-0F4824844CE9}"/>
              </a:ext>
            </a:extLst>
          </p:cNvPr>
          <p:cNvSpPr>
            <a:spLocks noGrp="1"/>
          </p:cNvSpPr>
          <p:nvPr>
            <p:ph type="title" hasCustomPrompt="1"/>
          </p:nvPr>
        </p:nvSpPr>
        <p:spPr>
          <a:xfrm rot="16200000">
            <a:off x="575672" y="4121035"/>
            <a:ext cx="3337712" cy="639195"/>
          </a:xfrm>
        </p:spPr>
        <p:txBody>
          <a:bodyPr/>
          <a:lstStyle>
            <a:lvl1pPr algn="r">
              <a:defRPr/>
            </a:lvl1pPr>
          </a:lstStyle>
          <a:p>
            <a:r>
              <a:rPr lang="en-US" dirty="0"/>
              <a:t>Click to add title</a:t>
            </a:r>
          </a:p>
        </p:txBody>
      </p:sp>
      <p:sp>
        <p:nvSpPr>
          <p:cNvPr id="4" name="Picture Placeholder 3">
            <a:extLst>
              <a:ext uri="{FF2B5EF4-FFF2-40B4-BE49-F238E27FC236}">
                <a16:creationId xmlns:a16="http://schemas.microsoft.com/office/drawing/2014/main" id="{67AE0851-B0C9-475B-8AD9-7C6A141FDDE0}"/>
              </a:ext>
            </a:extLst>
          </p:cNvPr>
          <p:cNvSpPr>
            <a:spLocks noGrp="1"/>
          </p:cNvSpPr>
          <p:nvPr>
            <p:ph type="pic" sz="quarter" idx="21"/>
          </p:nvPr>
        </p:nvSpPr>
        <p:spPr>
          <a:xfrm>
            <a:off x="4414645" y="758825"/>
            <a:ext cx="599148" cy="600075"/>
          </a:xfrm>
        </p:spPr>
        <p:txBody>
          <a:bodyPr anchor="ctr"/>
          <a:lstStyle>
            <a:lvl1pPr marL="0" indent="0" algn="ctr">
              <a:buNone/>
              <a:defRPr sz="1000"/>
            </a:lvl1pPr>
          </a:lstStyle>
          <a:p>
            <a:r>
              <a:rPr lang="en-US" dirty="0"/>
              <a:t>Click icon to add picture</a:t>
            </a:r>
          </a:p>
        </p:txBody>
      </p:sp>
      <p:sp>
        <p:nvSpPr>
          <p:cNvPr id="12" name="Text Placeholder 10">
            <a:extLst>
              <a:ext uri="{FF2B5EF4-FFF2-40B4-BE49-F238E27FC236}">
                <a16:creationId xmlns:a16="http://schemas.microsoft.com/office/drawing/2014/main" id="{32254E01-FD47-43F3-A74C-720A0EA4C249}"/>
              </a:ext>
            </a:extLst>
          </p:cNvPr>
          <p:cNvSpPr>
            <a:spLocks noGrp="1"/>
          </p:cNvSpPr>
          <p:nvPr>
            <p:ph type="body" sz="quarter" idx="17" hasCustomPrompt="1"/>
          </p:nvPr>
        </p:nvSpPr>
        <p:spPr>
          <a:xfrm>
            <a:off x="4414645" y="1388209"/>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8" name="Text Placeholder 10">
            <a:extLst>
              <a:ext uri="{FF2B5EF4-FFF2-40B4-BE49-F238E27FC236}">
                <a16:creationId xmlns:a16="http://schemas.microsoft.com/office/drawing/2014/main" id="{9B911B77-02F4-42D2-8639-A3F7EAFB71EC}"/>
              </a:ext>
            </a:extLst>
          </p:cNvPr>
          <p:cNvSpPr>
            <a:spLocks noGrp="1"/>
          </p:cNvSpPr>
          <p:nvPr>
            <p:ph type="body" sz="quarter" idx="13" hasCustomPrompt="1"/>
          </p:nvPr>
        </p:nvSpPr>
        <p:spPr>
          <a:xfrm>
            <a:off x="4414645" y="1767713"/>
            <a:ext cx="3281555" cy="1125740"/>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2" name="Picture Placeholder 3">
            <a:extLst>
              <a:ext uri="{FF2B5EF4-FFF2-40B4-BE49-F238E27FC236}">
                <a16:creationId xmlns:a16="http://schemas.microsoft.com/office/drawing/2014/main" id="{0FBF118A-5599-4A55-9939-8075D74851A3}"/>
              </a:ext>
            </a:extLst>
          </p:cNvPr>
          <p:cNvSpPr>
            <a:spLocks noGrp="1"/>
          </p:cNvSpPr>
          <p:nvPr>
            <p:ph type="pic" sz="quarter" idx="22"/>
          </p:nvPr>
        </p:nvSpPr>
        <p:spPr>
          <a:xfrm>
            <a:off x="4414645" y="3251858"/>
            <a:ext cx="599148" cy="600075"/>
          </a:xfrm>
        </p:spPr>
        <p:txBody>
          <a:bodyPr anchor="ctr"/>
          <a:lstStyle>
            <a:lvl1pPr marL="0" indent="0" algn="ctr">
              <a:buNone/>
              <a:defRPr sz="1000"/>
            </a:lvl1pPr>
          </a:lstStyle>
          <a:p>
            <a:r>
              <a:rPr lang="en-US" dirty="0"/>
              <a:t>Click icon to add picture</a:t>
            </a:r>
          </a:p>
        </p:txBody>
      </p:sp>
      <p:sp>
        <p:nvSpPr>
          <p:cNvPr id="14" name="Text Placeholder 10">
            <a:extLst>
              <a:ext uri="{FF2B5EF4-FFF2-40B4-BE49-F238E27FC236}">
                <a16:creationId xmlns:a16="http://schemas.microsoft.com/office/drawing/2014/main" id="{066BB17E-99F0-43A3-99AA-F928695311F6}"/>
              </a:ext>
            </a:extLst>
          </p:cNvPr>
          <p:cNvSpPr>
            <a:spLocks noGrp="1"/>
          </p:cNvSpPr>
          <p:nvPr>
            <p:ph type="body" sz="quarter" idx="19" hasCustomPrompt="1"/>
          </p:nvPr>
        </p:nvSpPr>
        <p:spPr>
          <a:xfrm>
            <a:off x="4414645" y="3866925"/>
            <a:ext cx="3281555" cy="428891"/>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0" name="Text Placeholder 10">
            <a:extLst>
              <a:ext uri="{FF2B5EF4-FFF2-40B4-BE49-F238E27FC236}">
                <a16:creationId xmlns:a16="http://schemas.microsoft.com/office/drawing/2014/main" id="{934F74CA-3E2F-4F3A-BE25-F8D9572179A2}"/>
              </a:ext>
            </a:extLst>
          </p:cNvPr>
          <p:cNvSpPr>
            <a:spLocks noGrp="1"/>
          </p:cNvSpPr>
          <p:nvPr>
            <p:ph type="body" sz="quarter" idx="15" hasCustomPrompt="1"/>
          </p:nvPr>
        </p:nvSpPr>
        <p:spPr>
          <a:xfrm>
            <a:off x="4414645" y="4248925"/>
            <a:ext cx="3281555" cy="1429216"/>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7" name="Picture Placeholder 3">
            <a:extLst>
              <a:ext uri="{FF2B5EF4-FFF2-40B4-BE49-F238E27FC236}">
                <a16:creationId xmlns:a16="http://schemas.microsoft.com/office/drawing/2014/main" id="{B5A383D6-9A09-46E4-8DD5-684C3B04E152}"/>
              </a:ext>
            </a:extLst>
          </p:cNvPr>
          <p:cNvSpPr>
            <a:spLocks noGrp="1"/>
          </p:cNvSpPr>
          <p:nvPr>
            <p:ph type="pic" sz="quarter" idx="24"/>
          </p:nvPr>
        </p:nvSpPr>
        <p:spPr>
          <a:xfrm>
            <a:off x="8077157" y="773142"/>
            <a:ext cx="599148" cy="600075"/>
          </a:xfrm>
        </p:spPr>
        <p:txBody>
          <a:bodyPr anchor="ctr"/>
          <a:lstStyle>
            <a:lvl1pPr marL="0" indent="0" algn="ctr">
              <a:buNone/>
              <a:defRPr sz="1000"/>
            </a:lvl1pPr>
          </a:lstStyle>
          <a:p>
            <a:r>
              <a:rPr lang="en-US" dirty="0"/>
              <a:t>Click icon to add picture</a:t>
            </a:r>
          </a:p>
        </p:txBody>
      </p:sp>
      <p:sp>
        <p:nvSpPr>
          <p:cNvPr id="13" name="Text Placeholder 10">
            <a:extLst>
              <a:ext uri="{FF2B5EF4-FFF2-40B4-BE49-F238E27FC236}">
                <a16:creationId xmlns:a16="http://schemas.microsoft.com/office/drawing/2014/main" id="{76D712C8-D0F1-407A-AAC4-D86C1FDDCDCF}"/>
              </a:ext>
            </a:extLst>
          </p:cNvPr>
          <p:cNvSpPr>
            <a:spLocks noGrp="1"/>
          </p:cNvSpPr>
          <p:nvPr>
            <p:ph type="body" sz="quarter" idx="18" hasCustomPrompt="1"/>
          </p:nvPr>
        </p:nvSpPr>
        <p:spPr>
          <a:xfrm>
            <a:off x="8072244" y="1388209"/>
            <a:ext cx="3281556"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9" name="Text Placeholder 10">
            <a:extLst>
              <a:ext uri="{FF2B5EF4-FFF2-40B4-BE49-F238E27FC236}">
                <a16:creationId xmlns:a16="http://schemas.microsoft.com/office/drawing/2014/main" id="{41C731A4-58E7-4726-BFC7-23260BCD624E}"/>
              </a:ext>
            </a:extLst>
          </p:cNvPr>
          <p:cNvSpPr>
            <a:spLocks noGrp="1"/>
          </p:cNvSpPr>
          <p:nvPr>
            <p:ph type="body" sz="quarter" idx="14" hasCustomPrompt="1"/>
          </p:nvPr>
        </p:nvSpPr>
        <p:spPr>
          <a:xfrm>
            <a:off x="8072244" y="1767713"/>
            <a:ext cx="3281556" cy="1125740"/>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6" name="Picture Placeholder 3">
            <a:extLst>
              <a:ext uri="{FF2B5EF4-FFF2-40B4-BE49-F238E27FC236}">
                <a16:creationId xmlns:a16="http://schemas.microsoft.com/office/drawing/2014/main" id="{533CF28F-2EF0-4DE6-AD35-043AAA87EEC1}"/>
              </a:ext>
            </a:extLst>
          </p:cNvPr>
          <p:cNvSpPr>
            <a:spLocks noGrp="1"/>
          </p:cNvSpPr>
          <p:nvPr>
            <p:ph type="pic" sz="quarter" idx="23"/>
          </p:nvPr>
        </p:nvSpPr>
        <p:spPr>
          <a:xfrm>
            <a:off x="8072244" y="3237794"/>
            <a:ext cx="599148" cy="600075"/>
          </a:xfrm>
        </p:spPr>
        <p:txBody>
          <a:bodyPr anchor="ctr"/>
          <a:lstStyle>
            <a:lvl1pPr marL="0" indent="0" algn="ctr">
              <a:buNone/>
              <a:defRPr sz="1000"/>
            </a:lvl1pPr>
          </a:lstStyle>
          <a:p>
            <a:r>
              <a:rPr lang="en-US" dirty="0"/>
              <a:t>Click icon to add picture</a:t>
            </a:r>
          </a:p>
        </p:txBody>
      </p:sp>
      <p:sp>
        <p:nvSpPr>
          <p:cNvPr id="15" name="Text Placeholder 10">
            <a:extLst>
              <a:ext uri="{FF2B5EF4-FFF2-40B4-BE49-F238E27FC236}">
                <a16:creationId xmlns:a16="http://schemas.microsoft.com/office/drawing/2014/main" id="{098ABB59-CA95-470C-A29D-627B16E69E8E}"/>
              </a:ext>
            </a:extLst>
          </p:cNvPr>
          <p:cNvSpPr>
            <a:spLocks noGrp="1"/>
          </p:cNvSpPr>
          <p:nvPr>
            <p:ph type="body" sz="quarter" idx="20" hasCustomPrompt="1"/>
          </p:nvPr>
        </p:nvSpPr>
        <p:spPr>
          <a:xfrm>
            <a:off x="8072244" y="3866925"/>
            <a:ext cx="3281556" cy="428891"/>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1" name="Text Placeholder 10">
            <a:extLst>
              <a:ext uri="{FF2B5EF4-FFF2-40B4-BE49-F238E27FC236}">
                <a16:creationId xmlns:a16="http://schemas.microsoft.com/office/drawing/2014/main" id="{FB571488-55CE-40DF-84B6-A5166E2BEF92}"/>
              </a:ext>
            </a:extLst>
          </p:cNvPr>
          <p:cNvSpPr>
            <a:spLocks noGrp="1"/>
          </p:cNvSpPr>
          <p:nvPr>
            <p:ph type="body" sz="quarter" idx="16" hasCustomPrompt="1"/>
          </p:nvPr>
        </p:nvSpPr>
        <p:spPr>
          <a:xfrm>
            <a:off x="8072244" y="4248925"/>
            <a:ext cx="3281556" cy="1429216"/>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E7D15CF3-8EFD-40BC-B749-25F401BC162C}"/>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8A1DB08D-5054-4577-AA1B-BA9D87CF8BD2}"/>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9FEF9931-2A77-46BF-822E-D503CEAF6E2C}"/>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Tree>
    <p:extLst>
      <p:ext uri="{BB962C8B-B14F-4D97-AF65-F5344CB8AC3E}">
        <p14:creationId xmlns:p14="http://schemas.microsoft.com/office/powerpoint/2010/main" val="64161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693F3E0E-712E-4821-A89E-6727BD3825A0}"/>
              </a:ext>
            </a:extLst>
          </p:cNvPr>
          <p:cNvSpPr>
            <a:spLocks noGrp="1"/>
          </p:cNvSpPr>
          <p:nvPr>
            <p:ph type="pic" sz="quarter" idx="16" hasCustomPrompt="1"/>
          </p:nvPr>
        </p:nvSpPr>
        <p:spPr>
          <a:xfrm>
            <a:off x="0" y="466725"/>
            <a:ext cx="4858139" cy="5924550"/>
          </a:xfrm>
        </p:spPr>
        <p:txBody>
          <a:bodyPr>
            <a:noAutofit/>
          </a:bodyPr>
          <a:lstStyle>
            <a:lvl1pPr marL="0" indent="0" algn="ctr">
              <a:buNone/>
              <a:defRPr/>
            </a:lvl1pPr>
          </a:lstStyle>
          <a:p>
            <a:r>
              <a:rPr lang="en-US" dirty="0"/>
              <a:t>Click to add photo</a:t>
            </a:r>
          </a:p>
        </p:txBody>
      </p:sp>
      <p:sp>
        <p:nvSpPr>
          <p:cNvPr id="7" name="Date Placeholder 6">
            <a:extLst>
              <a:ext uri="{FF2B5EF4-FFF2-40B4-BE49-F238E27FC236}">
                <a16:creationId xmlns:a16="http://schemas.microsoft.com/office/drawing/2014/main" id="{394311D2-47FE-44C1-9B1C-179CAA338029}"/>
              </a:ext>
            </a:extLst>
          </p:cNvPr>
          <p:cNvSpPr>
            <a:spLocks noGrp="1"/>
          </p:cNvSpPr>
          <p:nvPr>
            <p:ph type="dt" sz="half" idx="10"/>
          </p:nvPr>
        </p:nvSpPr>
        <p:spPr/>
        <p:txBody>
          <a:bodyPr>
            <a:noAutofit/>
          </a:bodyPr>
          <a:lstStyle>
            <a:lvl1pPr>
              <a:defRPr>
                <a:solidFill>
                  <a:schemeClr val="bg2">
                    <a:lumMod val="50000"/>
                  </a:schemeClr>
                </a:solidFill>
              </a:defRPr>
            </a:lvl1pPr>
          </a:lstStyle>
          <a:p>
            <a:r>
              <a:rPr lang="en-US" dirty="0"/>
              <a:t>8/03/20XX</a:t>
            </a:r>
          </a:p>
        </p:txBody>
      </p:sp>
      <p:sp>
        <p:nvSpPr>
          <p:cNvPr id="8" name="Footer Placeholder 7">
            <a:extLst>
              <a:ext uri="{FF2B5EF4-FFF2-40B4-BE49-F238E27FC236}">
                <a16:creationId xmlns:a16="http://schemas.microsoft.com/office/drawing/2014/main" id="{6EDFF648-B296-4801-91A9-A6868BFA7F63}"/>
              </a:ext>
            </a:extLst>
          </p:cNvPr>
          <p:cNvSpPr>
            <a:spLocks noGrp="1"/>
          </p:cNvSpPr>
          <p:nvPr>
            <p:ph type="ftr" sz="quarter" idx="11"/>
          </p:nvPr>
        </p:nvSpPr>
        <p:spPr/>
        <p:txBody>
          <a:bodyPr>
            <a:noAutofit/>
          </a:bodyPr>
          <a:lstStyle>
            <a:lvl1pPr>
              <a:defRPr>
                <a:solidFill>
                  <a:schemeClr val="bg2">
                    <a:lumMod val="50000"/>
                  </a:schemeClr>
                </a:solidFill>
              </a:defRPr>
            </a:lvl1pPr>
          </a:lstStyle>
          <a:p>
            <a:r>
              <a:rPr lang="en-US" dirty="0"/>
              <a:t>PITCH DECK</a:t>
            </a:r>
          </a:p>
        </p:txBody>
      </p:sp>
      <p:sp>
        <p:nvSpPr>
          <p:cNvPr id="9" name="Slide Number Placeholder 8">
            <a:extLst>
              <a:ext uri="{FF2B5EF4-FFF2-40B4-BE49-F238E27FC236}">
                <a16:creationId xmlns:a16="http://schemas.microsoft.com/office/drawing/2014/main" id="{7364D7C8-0561-4530-BCD5-AB0BB1977A4F}"/>
              </a:ext>
            </a:extLst>
          </p:cNvPr>
          <p:cNvSpPr>
            <a:spLocks noGrp="1"/>
          </p:cNvSpPr>
          <p:nvPr>
            <p:ph type="sldNum" sz="quarter" idx="12"/>
          </p:nvPr>
        </p:nvSpPr>
        <p:spPr/>
        <p:txBody>
          <a:bodyPr>
            <a:noAutofit/>
          </a:bodyPr>
          <a:lstStyle>
            <a:lvl1pPr>
              <a:defRPr>
                <a:solidFill>
                  <a:schemeClr val="bg2">
                    <a:lumMod val="50000"/>
                  </a:schemeClr>
                </a:solidFill>
              </a:defRPr>
            </a:lvl1pPr>
          </a:lstStyle>
          <a:p>
            <a:fld id="{BF860B6F-2FE3-4DE6-9496-980E987E7466}" type="slidenum">
              <a:rPr lang="en-US" smtClean="0"/>
              <a:pPr/>
              <a:t>‹#›</a:t>
            </a:fld>
            <a:endParaRPr lang="en-US" dirty="0"/>
          </a:p>
        </p:txBody>
      </p:sp>
      <p:sp>
        <p:nvSpPr>
          <p:cNvPr id="10" name="Text Placeholder 10">
            <a:extLst>
              <a:ext uri="{FF2B5EF4-FFF2-40B4-BE49-F238E27FC236}">
                <a16:creationId xmlns:a16="http://schemas.microsoft.com/office/drawing/2014/main" id="{B50F7E33-83E1-4951-9CEC-14866D6A3C44}"/>
              </a:ext>
            </a:extLst>
          </p:cNvPr>
          <p:cNvSpPr>
            <a:spLocks noGrp="1"/>
          </p:cNvSpPr>
          <p:nvPr>
            <p:ph type="body" sz="quarter" idx="13" hasCustomPrompt="1"/>
          </p:nvPr>
        </p:nvSpPr>
        <p:spPr>
          <a:xfrm>
            <a:off x="5598135" y="2759613"/>
            <a:ext cx="2824355"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4F01B4AA-8A2C-488B-A306-BC09BA1C66A5}"/>
              </a:ext>
            </a:extLst>
          </p:cNvPr>
          <p:cNvSpPr>
            <a:spLocks noGrp="1"/>
          </p:cNvSpPr>
          <p:nvPr>
            <p:ph type="body" sz="quarter" idx="17" hasCustomPrompt="1"/>
          </p:nvPr>
        </p:nvSpPr>
        <p:spPr>
          <a:xfrm>
            <a:off x="5598135" y="2176946"/>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2" name="Text Placeholder 10">
            <a:extLst>
              <a:ext uri="{FF2B5EF4-FFF2-40B4-BE49-F238E27FC236}">
                <a16:creationId xmlns:a16="http://schemas.microsoft.com/office/drawing/2014/main" id="{C79840D9-3F3D-4DFB-9592-867BB8CA12E3}"/>
              </a:ext>
            </a:extLst>
          </p:cNvPr>
          <p:cNvSpPr>
            <a:spLocks noGrp="1"/>
          </p:cNvSpPr>
          <p:nvPr>
            <p:ph type="body" sz="quarter" idx="18" hasCustomPrompt="1"/>
          </p:nvPr>
        </p:nvSpPr>
        <p:spPr>
          <a:xfrm>
            <a:off x="8845966" y="2759613"/>
            <a:ext cx="2595758"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3" name="Text Placeholder 10">
            <a:extLst>
              <a:ext uri="{FF2B5EF4-FFF2-40B4-BE49-F238E27FC236}">
                <a16:creationId xmlns:a16="http://schemas.microsoft.com/office/drawing/2014/main" id="{32DFBC7C-0887-40D8-93DA-CBE9F58B1CBD}"/>
              </a:ext>
            </a:extLst>
          </p:cNvPr>
          <p:cNvSpPr>
            <a:spLocks noGrp="1"/>
          </p:cNvSpPr>
          <p:nvPr>
            <p:ph type="body" sz="quarter" idx="19" hasCustomPrompt="1"/>
          </p:nvPr>
        </p:nvSpPr>
        <p:spPr>
          <a:xfrm>
            <a:off x="8845966" y="2176946"/>
            <a:ext cx="2595758"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4" name="Text Placeholder 10">
            <a:extLst>
              <a:ext uri="{FF2B5EF4-FFF2-40B4-BE49-F238E27FC236}">
                <a16:creationId xmlns:a16="http://schemas.microsoft.com/office/drawing/2014/main" id="{C3C60B52-4450-4317-A5DF-A3E617C12A21}"/>
              </a:ext>
            </a:extLst>
          </p:cNvPr>
          <p:cNvSpPr>
            <a:spLocks noGrp="1"/>
          </p:cNvSpPr>
          <p:nvPr>
            <p:ph type="body" sz="quarter" idx="20" hasCustomPrompt="1"/>
          </p:nvPr>
        </p:nvSpPr>
        <p:spPr>
          <a:xfrm>
            <a:off x="5598135" y="4712146"/>
            <a:ext cx="2824355"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5" name="Text Placeholder 10">
            <a:extLst>
              <a:ext uri="{FF2B5EF4-FFF2-40B4-BE49-F238E27FC236}">
                <a16:creationId xmlns:a16="http://schemas.microsoft.com/office/drawing/2014/main" id="{75F1DE6B-CBDA-40EB-A055-4FDC09ACC656}"/>
              </a:ext>
            </a:extLst>
          </p:cNvPr>
          <p:cNvSpPr>
            <a:spLocks noGrp="1"/>
          </p:cNvSpPr>
          <p:nvPr>
            <p:ph type="body" sz="quarter" idx="21" hasCustomPrompt="1"/>
          </p:nvPr>
        </p:nvSpPr>
        <p:spPr>
          <a:xfrm>
            <a:off x="5598135" y="4129479"/>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6" name="Text Placeholder 10">
            <a:extLst>
              <a:ext uri="{FF2B5EF4-FFF2-40B4-BE49-F238E27FC236}">
                <a16:creationId xmlns:a16="http://schemas.microsoft.com/office/drawing/2014/main" id="{A9593E99-8D88-45AD-83AF-7F7F9AB6930E}"/>
              </a:ext>
            </a:extLst>
          </p:cNvPr>
          <p:cNvSpPr>
            <a:spLocks noGrp="1"/>
          </p:cNvSpPr>
          <p:nvPr>
            <p:ph type="body" sz="quarter" idx="22" hasCustomPrompt="1"/>
          </p:nvPr>
        </p:nvSpPr>
        <p:spPr>
          <a:xfrm>
            <a:off x="8845966" y="4712146"/>
            <a:ext cx="2595758"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7" name="Text Placeholder 10">
            <a:extLst>
              <a:ext uri="{FF2B5EF4-FFF2-40B4-BE49-F238E27FC236}">
                <a16:creationId xmlns:a16="http://schemas.microsoft.com/office/drawing/2014/main" id="{D95823CC-CA7F-4F5B-B442-48A39696933C}"/>
              </a:ext>
            </a:extLst>
          </p:cNvPr>
          <p:cNvSpPr>
            <a:spLocks noGrp="1"/>
          </p:cNvSpPr>
          <p:nvPr>
            <p:ph type="body" sz="quarter" idx="23" hasCustomPrompt="1"/>
          </p:nvPr>
        </p:nvSpPr>
        <p:spPr>
          <a:xfrm>
            <a:off x="8845966" y="4129479"/>
            <a:ext cx="2595758"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38F87501-8949-4796-90C5-50D20B54AAF9}"/>
              </a:ext>
            </a:extLst>
          </p:cNvPr>
          <p:cNvSpPr>
            <a:spLocks noGrp="1"/>
          </p:cNvSpPr>
          <p:nvPr>
            <p:ph type="title"/>
          </p:nvPr>
        </p:nvSpPr>
        <p:spPr>
          <a:xfrm>
            <a:off x="5586411" y="941112"/>
            <a:ext cx="6074545" cy="639192"/>
          </a:xfrm>
        </p:spPr>
        <p:txBody>
          <a:bodyPr/>
          <a:lstStyle/>
          <a:p>
            <a:r>
              <a:rPr lang="en-US"/>
              <a:t>Click to edit Master title style</a:t>
            </a:r>
            <a:endParaRPr lang="en-US" dirty="0"/>
          </a:p>
        </p:txBody>
      </p:sp>
    </p:spTree>
    <p:extLst>
      <p:ext uri="{BB962C8B-B14F-4D97-AF65-F5344CB8AC3E}">
        <p14:creationId xmlns:p14="http://schemas.microsoft.com/office/powerpoint/2010/main" val="398336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70A3F71-78A0-4742-B701-4A1489F5A7CD}"/>
              </a:ext>
              <a:ext uri="{C183D7F6-B498-43B3-948B-1728B52AA6E4}">
                <adec:decorative xmlns:adec="http://schemas.microsoft.com/office/drawing/2017/decorative" val="1"/>
              </a:ext>
            </a:extLst>
          </p:cNvPr>
          <p:cNvSpPr/>
          <p:nvPr userDrawn="1"/>
        </p:nvSpPr>
        <p:spPr>
          <a:xfrm>
            <a:off x="0" y="3169108"/>
            <a:ext cx="4243755" cy="20771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Picture Placeholder 9">
            <a:extLst>
              <a:ext uri="{FF2B5EF4-FFF2-40B4-BE49-F238E27FC236}">
                <a16:creationId xmlns:a16="http://schemas.microsoft.com/office/drawing/2014/main" id="{2CB7E97A-4B46-429D-80E3-5A2E689EFAFE}"/>
              </a:ext>
            </a:extLst>
          </p:cNvPr>
          <p:cNvSpPr>
            <a:spLocks noGrp="1"/>
          </p:cNvSpPr>
          <p:nvPr>
            <p:ph type="pic" sz="quarter" idx="13" hasCustomPrompt="1"/>
          </p:nvPr>
        </p:nvSpPr>
        <p:spPr>
          <a:xfrm>
            <a:off x="3000375" y="466724"/>
            <a:ext cx="9191625" cy="6391275"/>
          </a:xfrm>
          <a:custGeom>
            <a:avLst/>
            <a:gdLst>
              <a:gd name="connsiteX0" fmla="*/ 0 w 9191625"/>
              <a:gd name="connsiteY0" fmla="*/ 0 h 6391275"/>
              <a:gd name="connsiteX1" fmla="*/ 9191625 w 9191625"/>
              <a:gd name="connsiteY1" fmla="*/ 0 h 6391275"/>
              <a:gd name="connsiteX2" fmla="*/ 9191625 w 9191625"/>
              <a:gd name="connsiteY2" fmla="*/ 6391275 h 6391275"/>
              <a:gd name="connsiteX3" fmla="*/ 0 w 9191625"/>
              <a:gd name="connsiteY3" fmla="*/ 6391275 h 6391275"/>
              <a:gd name="connsiteX4" fmla="*/ 0 w 9191625"/>
              <a:gd name="connsiteY4" fmla="*/ 4779506 h 6391275"/>
              <a:gd name="connsiteX5" fmla="*/ 1243380 w 9191625"/>
              <a:gd name="connsiteY5" fmla="*/ 4779506 h 6391275"/>
              <a:gd name="connsiteX6" fmla="*/ 1243380 w 9191625"/>
              <a:gd name="connsiteY6" fmla="*/ 2702384 h 6391275"/>
              <a:gd name="connsiteX7" fmla="*/ 0 w 9191625"/>
              <a:gd name="connsiteY7" fmla="*/ 2702384 h 639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91625" h="6391275">
                <a:moveTo>
                  <a:pt x="0" y="0"/>
                </a:moveTo>
                <a:lnTo>
                  <a:pt x="9191625" y="0"/>
                </a:lnTo>
                <a:lnTo>
                  <a:pt x="9191625" y="6391275"/>
                </a:lnTo>
                <a:lnTo>
                  <a:pt x="0" y="6391275"/>
                </a:lnTo>
                <a:lnTo>
                  <a:pt x="0" y="4779506"/>
                </a:lnTo>
                <a:lnTo>
                  <a:pt x="1243380" y="4779506"/>
                </a:lnTo>
                <a:lnTo>
                  <a:pt x="1243380" y="2702384"/>
                </a:lnTo>
                <a:lnTo>
                  <a:pt x="0" y="2702384"/>
                </a:lnTo>
                <a:close/>
              </a:path>
            </a:pathLst>
          </a:custGeom>
        </p:spPr>
        <p:txBody>
          <a:bodyPr wrap="square">
            <a:noAutofit/>
          </a:bodyPr>
          <a:lstStyle>
            <a:lvl1pPr marL="0" indent="0" algn="ctr">
              <a:buNone/>
              <a:defRPr/>
            </a:lvl1pPr>
          </a:lstStyle>
          <a:p>
            <a:r>
              <a:rPr lang="en-US" dirty="0"/>
              <a:t>Click to add photo</a:t>
            </a:r>
          </a:p>
        </p:txBody>
      </p:sp>
      <p:sp>
        <p:nvSpPr>
          <p:cNvPr id="3" name="Date Placeholder 2">
            <a:extLst>
              <a:ext uri="{FF2B5EF4-FFF2-40B4-BE49-F238E27FC236}">
                <a16:creationId xmlns:a16="http://schemas.microsoft.com/office/drawing/2014/main" id="{6059D5F7-4F29-467D-8261-4E075BB20C92}"/>
              </a:ext>
            </a:extLst>
          </p:cNvPr>
          <p:cNvSpPr>
            <a:spLocks noGrp="1"/>
          </p:cNvSpPr>
          <p:nvPr>
            <p:ph type="dt" sz="half" idx="10"/>
          </p:nvPr>
        </p:nvSpPr>
        <p:spPr/>
        <p:txBody>
          <a:bodyPr>
            <a:noAutofit/>
          </a:bodyPr>
          <a:lstStyle>
            <a:lvl1pPr>
              <a:defRPr>
                <a:solidFill>
                  <a:schemeClr val="accent1"/>
                </a:solidFill>
              </a:defRPr>
            </a:lvl1pPr>
          </a:lstStyle>
          <a:p>
            <a:r>
              <a:rPr lang="en-US" dirty="0"/>
              <a:t>8/03/20XX</a:t>
            </a:r>
          </a:p>
        </p:txBody>
      </p:sp>
      <p:sp>
        <p:nvSpPr>
          <p:cNvPr id="4" name="Footer Placeholder 3">
            <a:extLst>
              <a:ext uri="{FF2B5EF4-FFF2-40B4-BE49-F238E27FC236}">
                <a16:creationId xmlns:a16="http://schemas.microsoft.com/office/drawing/2014/main" id="{DE2C6787-293A-4CC2-A2D2-E2881CC61451}"/>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A611C36F-4448-4279-8552-28C42ECE4928}"/>
              </a:ext>
            </a:extLst>
          </p:cNvPr>
          <p:cNvSpPr>
            <a:spLocks noGrp="1"/>
          </p:cNvSpPr>
          <p:nvPr>
            <p:ph type="sldNum" sz="quarter" idx="12"/>
          </p:nvPr>
        </p:nvSpPr>
        <p:spPr/>
        <p:txBody>
          <a:bodyPr>
            <a:noAutofit/>
          </a:bodyPr>
          <a:lstStyle>
            <a:lvl1pPr>
              <a:defRPr>
                <a:solidFill>
                  <a:schemeClr val="accent1"/>
                </a:solidFill>
              </a:defRPr>
            </a:lvl1pPr>
          </a:lstStyle>
          <a:p>
            <a:fld id="{BF860B6F-2FE3-4DE6-9496-980E987E7466}" type="slidenum">
              <a:rPr lang="en-US" smtClean="0"/>
              <a:pPr/>
              <a:t>‹#›</a:t>
            </a:fld>
            <a:endParaRPr lang="en-US" dirty="0"/>
          </a:p>
        </p:txBody>
      </p:sp>
      <p:sp>
        <p:nvSpPr>
          <p:cNvPr id="8" name="Text Placeholder 10">
            <a:extLst>
              <a:ext uri="{FF2B5EF4-FFF2-40B4-BE49-F238E27FC236}">
                <a16:creationId xmlns:a16="http://schemas.microsoft.com/office/drawing/2014/main" id="{CCB8AC8A-361C-4A01-AEB1-112BEAC4873A}"/>
              </a:ext>
            </a:extLst>
          </p:cNvPr>
          <p:cNvSpPr>
            <a:spLocks noGrp="1"/>
          </p:cNvSpPr>
          <p:nvPr>
            <p:ph type="body" sz="quarter" idx="16" hasCustomPrompt="1"/>
          </p:nvPr>
        </p:nvSpPr>
        <p:spPr>
          <a:xfrm>
            <a:off x="362133" y="3384898"/>
            <a:ext cx="3519487" cy="1588392"/>
          </a:xfrm>
          <a:prstGeom prst="rect">
            <a:avLst/>
          </a:prstGeom>
        </p:spPr>
        <p:txBody>
          <a:bodyPr anchor="ctr">
            <a:noAutofit/>
          </a:bodyPr>
          <a:lstStyle>
            <a:lvl1pPr marL="0" indent="0" algn="l">
              <a:lnSpc>
                <a:spcPct val="150000"/>
              </a:lnSpc>
              <a:spcBef>
                <a:spcPts val="0"/>
              </a:spcBef>
              <a:buNone/>
              <a:defRPr sz="1600" cap="none" spc="10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BE847092-EAA4-4108-A528-108AD1F96436}"/>
              </a:ext>
            </a:extLst>
          </p:cNvPr>
          <p:cNvSpPr>
            <a:spLocks noGrp="1"/>
          </p:cNvSpPr>
          <p:nvPr>
            <p:ph type="title" hasCustomPrompt="1"/>
          </p:nvPr>
        </p:nvSpPr>
        <p:spPr>
          <a:xfrm>
            <a:off x="1200518" y="2211168"/>
            <a:ext cx="5829300" cy="662096"/>
          </a:xfrm>
        </p:spPr>
        <p:txBody>
          <a:bodyPr/>
          <a:lstStyle>
            <a:lvl1pPr>
              <a:defRPr/>
            </a:lvl1pPr>
          </a:lstStyle>
          <a:p>
            <a:r>
              <a:rPr lang="en-US" dirty="0"/>
              <a:t>Click to add title</a:t>
            </a:r>
          </a:p>
        </p:txBody>
      </p:sp>
    </p:spTree>
    <p:extLst>
      <p:ext uri="{BB962C8B-B14F-4D97-AF65-F5344CB8AC3E}">
        <p14:creationId xmlns:p14="http://schemas.microsoft.com/office/powerpoint/2010/main" val="296700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FABFC7-4108-49F4-A75A-5AB472AA2031}"/>
              </a:ext>
              <a:ext uri="{C183D7F6-B498-43B3-948B-1728B52AA6E4}">
                <adec:decorative xmlns:adec="http://schemas.microsoft.com/office/drawing/2017/decorative" val="1"/>
              </a:ext>
            </a:extLst>
          </p:cNvPr>
          <p:cNvSpPr/>
          <p:nvPr userDrawn="1"/>
        </p:nvSpPr>
        <p:spPr>
          <a:xfrm>
            <a:off x="0" y="2847139"/>
            <a:ext cx="12192000" cy="11637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Picture Placeholder 6">
            <a:extLst>
              <a:ext uri="{FF2B5EF4-FFF2-40B4-BE49-F238E27FC236}">
                <a16:creationId xmlns:a16="http://schemas.microsoft.com/office/drawing/2014/main" id="{B162CB3A-11BC-4C5C-B53D-B965CFA2B685}"/>
              </a:ext>
            </a:extLst>
          </p:cNvPr>
          <p:cNvSpPr>
            <a:spLocks noGrp="1"/>
          </p:cNvSpPr>
          <p:nvPr>
            <p:ph type="pic" sz="quarter" idx="10" hasCustomPrompt="1"/>
          </p:nvPr>
        </p:nvSpPr>
        <p:spPr>
          <a:xfrm>
            <a:off x="466725" y="466725"/>
            <a:ext cx="11258550" cy="5924550"/>
          </a:xfrm>
          <a:custGeom>
            <a:avLst/>
            <a:gdLst>
              <a:gd name="connsiteX0" fmla="*/ 0 w 11258550"/>
              <a:gd name="connsiteY0" fmla="*/ 3544135 h 5924550"/>
              <a:gd name="connsiteX1" fmla="*/ 11258550 w 11258550"/>
              <a:gd name="connsiteY1" fmla="*/ 3544135 h 5924550"/>
              <a:gd name="connsiteX2" fmla="*/ 11258550 w 11258550"/>
              <a:gd name="connsiteY2" fmla="*/ 5924550 h 5924550"/>
              <a:gd name="connsiteX3" fmla="*/ 0 w 11258550"/>
              <a:gd name="connsiteY3" fmla="*/ 5924550 h 5924550"/>
              <a:gd name="connsiteX4" fmla="*/ 0 w 11258550"/>
              <a:gd name="connsiteY4" fmla="*/ 0 h 5924550"/>
              <a:gd name="connsiteX5" fmla="*/ 11258550 w 11258550"/>
              <a:gd name="connsiteY5" fmla="*/ 0 h 5924550"/>
              <a:gd name="connsiteX6" fmla="*/ 11258550 w 11258550"/>
              <a:gd name="connsiteY6" fmla="*/ 2380414 h 5924550"/>
              <a:gd name="connsiteX7" fmla="*/ 0 w 11258550"/>
              <a:gd name="connsiteY7" fmla="*/ 2380414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58550" h="5924550">
                <a:moveTo>
                  <a:pt x="0" y="3544135"/>
                </a:moveTo>
                <a:lnTo>
                  <a:pt x="11258550" y="3544135"/>
                </a:lnTo>
                <a:lnTo>
                  <a:pt x="11258550" y="5924550"/>
                </a:lnTo>
                <a:lnTo>
                  <a:pt x="0" y="5924550"/>
                </a:lnTo>
                <a:close/>
                <a:moveTo>
                  <a:pt x="0" y="0"/>
                </a:moveTo>
                <a:lnTo>
                  <a:pt x="11258550" y="0"/>
                </a:lnTo>
                <a:lnTo>
                  <a:pt x="11258550" y="2380414"/>
                </a:lnTo>
                <a:lnTo>
                  <a:pt x="0" y="2380414"/>
                </a:lnTo>
                <a:close/>
              </a:path>
            </a:pathLst>
          </a:custGeom>
        </p:spPr>
        <p:txBody>
          <a:bodyPr wrap="square">
            <a:noAutofit/>
          </a:bodyPr>
          <a:lstStyle>
            <a:lvl1pPr marL="0" indent="0" algn="ctr">
              <a:buNone/>
              <a:defRPr/>
            </a:lvl1pPr>
          </a:lstStyle>
          <a:p>
            <a:r>
              <a:rPr lang="en-US" dirty="0"/>
              <a:t>Click to add photo</a:t>
            </a:r>
          </a:p>
        </p:txBody>
      </p:sp>
      <p:sp>
        <p:nvSpPr>
          <p:cNvPr id="2" name="Title 1">
            <a:extLst>
              <a:ext uri="{FF2B5EF4-FFF2-40B4-BE49-F238E27FC236}">
                <a16:creationId xmlns:a16="http://schemas.microsoft.com/office/drawing/2014/main" id="{DF9EBBDF-3A3F-40FD-9752-1D92BFAD1908}"/>
              </a:ext>
            </a:extLst>
          </p:cNvPr>
          <p:cNvSpPr>
            <a:spLocks noGrp="1"/>
          </p:cNvSpPr>
          <p:nvPr>
            <p:ph type="title" hasCustomPrompt="1"/>
          </p:nvPr>
        </p:nvSpPr>
        <p:spPr>
          <a:xfrm>
            <a:off x="1889738" y="3001020"/>
            <a:ext cx="8412524" cy="938559"/>
          </a:xfrm>
        </p:spPr>
        <p:txBody>
          <a:bodyPr/>
          <a:lstStyle>
            <a:lvl1pPr algn="ctr">
              <a:defRPr sz="5000" spc="100" baseline="0"/>
            </a:lvl1pPr>
          </a:lstStyle>
          <a:p>
            <a:r>
              <a:rPr lang="en-US" dirty="0"/>
              <a:t>Click to add title</a:t>
            </a:r>
          </a:p>
        </p:txBody>
      </p:sp>
    </p:spTree>
    <p:extLst>
      <p:ext uri="{BB962C8B-B14F-4D97-AF65-F5344CB8AC3E}">
        <p14:creationId xmlns:p14="http://schemas.microsoft.com/office/powerpoint/2010/main" val="3462329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6457E51-8279-450D-ABC2-889F91AD715A}"/>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44F52AC3-8AAB-49A9-8BB4-9A82193F9C05}"/>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C242EBEF-1685-466C-9FC9-D1A2D4A6895D}"/>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8" name="Picture Placeholder 7">
            <a:extLst>
              <a:ext uri="{FF2B5EF4-FFF2-40B4-BE49-F238E27FC236}">
                <a16:creationId xmlns:a16="http://schemas.microsoft.com/office/drawing/2014/main" id="{5360F31D-8187-4BBF-807F-BCD7628363E1}"/>
              </a:ext>
            </a:extLst>
          </p:cNvPr>
          <p:cNvSpPr>
            <a:spLocks noGrp="1"/>
          </p:cNvSpPr>
          <p:nvPr>
            <p:ph type="pic" sz="quarter" idx="13" hasCustomPrompt="1"/>
          </p:nvPr>
        </p:nvSpPr>
        <p:spPr>
          <a:xfrm flipH="1">
            <a:off x="1" y="466725"/>
            <a:ext cx="6096000" cy="5924550"/>
          </a:xfrm>
        </p:spPr>
        <p:txBody>
          <a:bodyPr>
            <a:noAutofit/>
          </a:bodyPr>
          <a:lstStyle>
            <a:lvl1pPr marL="0" indent="0" algn="ctr">
              <a:buNone/>
              <a:defRPr/>
            </a:lvl1pPr>
          </a:lstStyle>
          <a:p>
            <a:r>
              <a:rPr lang="en-US" dirty="0"/>
              <a:t>Click to add photo</a:t>
            </a:r>
          </a:p>
        </p:txBody>
      </p:sp>
      <p:sp>
        <p:nvSpPr>
          <p:cNvPr id="10" name="Text Placeholder 10">
            <a:extLst>
              <a:ext uri="{FF2B5EF4-FFF2-40B4-BE49-F238E27FC236}">
                <a16:creationId xmlns:a16="http://schemas.microsoft.com/office/drawing/2014/main" id="{361D3AC4-50E4-442B-88DA-99E01D461FAD}"/>
              </a:ext>
            </a:extLst>
          </p:cNvPr>
          <p:cNvSpPr>
            <a:spLocks noGrp="1"/>
          </p:cNvSpPr>
          <p:nvPr>
            <p:ph type="body" sz="quarter" idx="16" hasCustomPrompt="1"/>
          </p:nvPr>
        </p:nvSpPr>
        <p:spPr>
          <a:xfrm>
            <a:off x="6934200" y="2183098"/>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2BA1C8C7-E942-4381-8DFB-35C0D375D503}"/>
              </a:ext>
            </a:extLst>
          </p:cNvPr>
          <p:cNvSpPr>
            <a:spLocks noGrp="1"/>
          </p:cNvSpPr>
          <p:nvPr>
            <p:ph type="body" sz="quarter" idx="17" hasCustomPrompt="1"/>
          </p:nvPr>
        </p:nvSpPr>
        <p:spPr>
          <a:xfrm>
            <a:off x="6934200" y="1632228"/>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18" name="Text Placeholder 10">
            <a:extLst>
              <a:ext uri="{FF2B5EF4-FFF2-40B4-BE49-F238E27FC236}">
                <a16:creationId xmlns:a16="http://schemas.microsoft.com/office/drawing/2014/main" id="{619FB69F-436E-4680-805E-129656D1FC8B}"/>
              </a:ext>
            </a:extLst>
          </p:cNvPr>
          <p:cNvSpPr>
            <a:spLocks noGrp="1"/>
          </p:cNvSpPr>
          <p:nvPr>
            <p:ph type="body" sz="quarter" idx="18" hasCustomPrompt="1"/>
          </p:nvPr>
        </p:nvSpPr>
        <p:spPr>
          <a:xfrm>
            <a:off x="6934200" y="3732794"/>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9" name="Text Placeholder 10">
            <a:extLst>
              <a:ext uri="{FF2B5EF4-FFF2-40B4-BE49-F238E27FC236}">
                <a16:creationId xmlns:a16="http://schemas.microsoft.com/office/drawing/2014/main" id="{9EEFB823-5D40-4C5F-8E5C-8DA54596313D}"/>
              </a:ext>
            </a:extLst>
          </p:cNvPr>
          <p:cNvSpPr>
            <a:spLocks noGrp="1"/>
          </p:cNvSpPr>
          <p:nvPr>
            <p:ph type="body" sz="quarter" idx="19" hasCustomPrompt="1"/>
          </p:nvPr>
        </p:nvSpPr>
        <p:spPr>
          <a:xfrm>
            <a:off x="6934200" y="3181924"/>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20" name="Text Placeholder 10">
            <a:extLst>
              <a:ext uri="{FF2B5EF4-FFF2-40B4-BE49-F238E27FC236}">
                <a16:creationId xmlns:a16="http://schemas.microsoft.com/office/drawing/2014/main" id="{97A70DDF-2854-466D-AE9A-7AA7BF32982D}"/>
              </a:ext>
            </a:extLst>
          </p:cNvPr>
          <p:cNvSpPr>
            <a:spLocks noGrp="1"/>
          </p:cNvSpPr>
          <p:nvPr>
            <p:ph type="body" sz="quarter" idx="20" hasCustomPrompt="1"/>
          </p:nvPr>
        </p:nvSpPr>
        <p:spPr>
          <a:xfrm>
            <a:off x="6934200" y="5307885"/>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1" name="Text Placeholder 10">
            <a:extLst>
              <a:ext uri="{FF2B5EF4-FFF2-40B4-BE49-F238E27FC236}">
                <a16:creationId xmlns:a16="http://schemas.microsoft.com/office/drawing/2014/main" id="{C6C41E82-34D6-471D-81E8-FCA62C7F22F7}"/>
              </a:ext>
            </a:extLst>
          </p:cNvPr>
          <p:cNvSpPr>
            <a:spLocks noGrp="1"/>
          </p:cNvSpPr>
          <p:nvPr>
            <p:ph type="body" sz="quarter" idx="21" hasCustomPrompt="1"/>
          </p:nvPr>
        </p:nvSpPr>
        <p:spPr>
          <a:xfrm>
            <a:off x="6934200" y="4757015"/>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7A0E1AE8-90BE-4DE3-93E9-B997D48FE671}"/>
              </a:ext>
            </a:extLst>
          </p:cNvPr>
          <p:cNvSpPr>
            <a:spLocks noGrp="1"/>
          </p:cNvSpPr>
          <p:nvPr>
            <p:ph type="title" hasCustomPrompt="1"/>
          </p:nvPr>
        </p:nvSpPr>
        <p:spPr>
          <a:xfrm>
            <a:off x="4513162" y="668924"/>
            <a:ext cx="6041908" cy="642075"/>
          </a:xfrm>
        </p:spPr>
        <p:txBody>
          <a:bodyPr/>
          <a:lstStyle>
            <a:lvl1pPr>
              <a:defRPr/>
            </a:lvl1pPr>
          </a:lstStyle>
          <a:p>
            <a:r>
              <a:rPr lang="en-US" dirty="0"/>
              <a:t>Click to add title</a:t>
            </a:r>
          </a:p>
        </p:txBody>
      </p:sp>
    </p:spTree>
    <p:extLst>
      <p:ext uri="{BB962C8B-B14F-4D97-AF65-F5344CB8AC3E}">
        <p14:creationId xmlns:p14="http://schemas.microsoft.com/office/powerpoint/2010/main" val="740568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E12FB566-AB0F-4A84-A379-5B7A132A1E1B}"/>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310B01EE-E344-461A-85A0-3AA7F83AA4FD}"/>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6C09A25E-2DC1-49B1-A962-EFCDB81F9314}"/>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8" name="Picture Placeholder 7">
            <a:extLst>
              <a:ext uri="{FF2B5EF4-FFF2-40B4-BE49-F238E27FC236}">
                <a16:creationId xmlns:a16="http://schemas.microsoft.com/office/drawing/2014/main" id="{6848D9ED-15C8-4EA0-B95F-CFD1BAF0A547}"/>
              </a:ext>
            </a:extLst>
          </p:cNvPr>
          <p:cNvSpPr>
            <a:spLocks noGrp="1"/>
          </p:cNvSpPr>
          <p:nvPr>
            <p:ph type="pic" sz="quarter" idx="13" hasCustomPrompt="1"/>
          </p:nvPr>
        </p:nvSpPr>
        <p:spPr>
          <a:xfrm flipH="1">
            <a:off x="1809750" y="475743"/>
            <a:ext cx="6475268" cy="5915532"/>
          </a:xfrm>
        </p:spPr>
        <p:txBody>
          <a:bodyPr>
            <a:noAutofit/>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2CEF9385-3B06-4216-9420-A91190C6B7CC}"/>
              </a:ext>
            </a:extLst>
          </p:cNvPr>
          <p:cNvSpPr>
            <a:spLocks noGrp="1"/>
          </p:cNvSpPr>
          <p:nvPr>
            <p:ph type="body" sz="quarter" idx="16" hasCustomPrompt="1"/>
          </p:nvPr>
        </p:nvSpPr>
        <p:spPr>
          <a:xfrm>
            <a:off x="8691419" y="1125633"/>
            <a:ext cx="2937452" cy="1192694"/>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D01ADD07-F155-4B1F-B204-2284F6999B7D}"/>
              </a:ext>
            </a:extLst>
          </p:cNvPr>
          <p:cNvSpPr>
            <a:spLocks noGrp="1"/>
          </p:cNvSpPr>
          <p:nvPr>
            <p:ph type="body" sz="quarter" idx="17" hasCustomPrompt="1"/>
          </p:nvPr>
        </p:nvSpPr>
        <p:spPr>
          <a:xfrm>
            <a:off x="8691419" y="746129"/>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13" name="Text Placeholder 10">
            <a:extLst>
              <a:ext uri="{FF2B5EF4-FFF2-40B4-BE49-F238E27FC236}">
                <a16:creationId xmlns:a16="http://schemas.microsoft.com/office/drawing/2014/main" id="{129012F5-57FB-4F6F-8FF8-DBA65EC1EF02}"/>
              </a:ext>
            </a:extLst>
          </p:cNvPr>
          <p:cNvSpPr>
            <a:spLocks noGrp="1"/>
          </p:cNvSpPr>
          <p:nvPr>
            <p:ph type="body" sz="quarter" idx="18" hasCustomPrompt="1"/>
          </p:nvPr>
        </p:nvSpPr>
        <p:spPr>
          <a:xfrm>
            <a:off x="8691419" y="4716842"/>
            <a:ext cx="2937452" cy="1106662"/>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FF8E7E45-85D4-40EE-836F-76055F0F8E75}"/>
              </a:ext>
            </a:extLst>
          </p:cNvPr>
          <p:cNvSpPr>
            <a:spLocks noGrp="1"/>
          </p:cNvSpPr>
          <p:nvPr>
            <p:ph type="body" sz="quarter" idx="19" hasCustomPrompt="1"/>
          </p:nvPr>
        </p:nvSpPr>
        <p:spPr>
          <a:xfrm>
            <a:off x="8691419" y="4337338"/>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E315DB3C-D2E4-4310-8A18-71457CBD7A4F}"/>
              </a:ext>
            </a:extLst>
          </p:cNvPr>
          <p:cNvSpPr>
            <a:spLocks noGrp="1"/>
          </p:cNvSpPr>
          <p:nvPr>
            <p:ph type="body" sz="quarter" idx="20" hasCustomPrompt="1"/>
          </p:nvPr>
        </p:nvSpPr>
        <p:spPr>
          <a:xfrm>
            <a:off x="8691419" y="2964253"/>
            <a:ext cx="2937452" cy="1106662"/>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D8DBA9F3-328C-4BAE-A2E1-0FBFE3A476E4}"/>
              </a:ext>
            </a:extLst>
          </p:cNvPr>
          <p:cNvSpPr>
            <a:spLocks noGrp="1"/>
          </p:cNvSpPr>
          <p:nvPr>
            <p:ph type="body" sz="quarter" idx="21" hasCustomPrompt="1"/>
          </p:nvPr>
        </p:nvSpPr>
        <p:spPr>
          <a:xfrm>
            <a:off x="8691419" y="2584749"/>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298B7365-7137-471F-BFE9-2F6C362933D4}"/>
              </a:ext>
            </a:extLst>
          </p:cNvPr>
          <p:cNvSpPr>
            <a:spLocks noGrp="1"/>
          </p:cNvSpPr>
          <p:nvPr>
            <p:ph type="title" hasCustomPrompt="1"/>
          </p:nvPr>
        </p:nvSpPr>
        <p:spPr>
          <a:xfrm rot="16200000">
            <a:off x="-1914546" y="3092260"/>
            <a:ext cx="5719734" cy="682498"/>
          </a:xfrm>
        </p:spPr>
        <p:txBody>
          <a:bodyPr/>
          <a:lstStyle>
            <a:lvl1pPr>
              <a:defRPr/>
            </a:lvl1pPr>
          </a:lstStyle>
          <a:p>
            <a:r>
              <a:rPr lang="en-US" dirty="0"/>
              <a:t>Click to add title</a:t>
            </a:r>
          </a:p>
        </p:txBody>
      </p:sp>
    </p:spTree>
    <p:extLst>
      <p:ext uri="{BB962C8B-B14F-4D97-AF65-F5344CB8AC3E}">
        <p14:creationId xmlns:p14="http://schemas.microsoft.com/office/powerpoint/2010/main" val="3673920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8D0226-3AB8-4591-90BD-C0E6D9A30301}"/>
              </a:ext>
            </a:extLst>
          </p:cNvPr>
          <p:cNvSpPr/>
          <p:nvPr userDrawn="1"/>
        </p:nvSpPr>
        <p:spPr>
          <a:xfrm>
            <a:off x="1780309"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Rectangle 2">
            <a:extLst>
              <a:ext uri="{FF2B5EF4-FFF2-40B4-BE49-F238E27FC236}">
                <a16:creationId xmlns:a16="http://schemas.microsoft.com/office/drawing/2014/main" id="{3D12CA40-DF7D-4358-831F-BC9B8960CBDB}"/>
              </a:ext>
            </a:extLst>
          </p:cNvPr>
          <p:cNvSpPr/>
          <p:nvPr userDrawn="1"/>
        </p:nvSpPr>
        <p:spPr>
          <a:xfrm>
            <a:off x="4979555"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11">
            <a:extLst>
              <a:ext uri="{FF2B5EF4-FFF2-40B4-BE49-F238E27FC236}">
                <a16:creationId xmlns:a16="http://schemas.microsoft.com/office/drawing/2014/main" id="{95E1A6E6-C76B-400D-9A19-F1B09AD38A3E}"/>
              </a:ext>
            </a:extLst>
          </p:cNvPr>
          <p:cNvSpPr/>
          <p:nvPr userDrawn="1"/>
        </p:nvSpPr>
        <p:spPr>
          <a:xfrm>
            <a:off x="8153400"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ext Placeholder 10">
            <a:extLst>
              <a:ext uri="{FF2B5EF4-FFF2-40B4-BE49-F238E27FC236}">
                <a16:creationId xmlns:a16="http://schemas.microsoft.com/office/drawing/2014/main" id="{E67140AA-40F5-4101-B5AA-DDCDA4906E33}"/>
              </a:ext>
            </a:extLst>
          </p:cNvPr>
          <p:cNvSpPr>
            <a:spLocks noGrp="1"/>
          </p:cNvSpPr>
          <p:nvPr>
            <p:ph type="body" sz="quarter" idx="16" hasCustomPrompt="1"/>
          </p:nvPr>
        </p:nvSpPr>
        <p:spPr>
          <a:xfrm>
            <a:off x="1453428"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1966AA58-3FAC-4126-8C63-16F104203B6A}"/>
              </a:ext>
            </a:extLst>
          </p:cNvPr>
          <p:cNvSpPr>
            <a:spLocks noGrp="1"/>
          </p:cNvSpPr>
          <p:nvPr>
            <p:ph type="body" sz="quarter" idx="17" hasCustomPrompt="1"/>
          </p:nvPr>
        </p:nvSpPr>
        <p:spPr>
          <a:xfrm>
            <a:off x="2007899"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3B430FA7-46C5-4651-8ED7-21284AF01213}"/>
              </a:ext>
            </a:extLst>
          </p:cNvPr>
          <p:cNvSpPr>
            <a:spLocks noGrp="1"/>
          </p:cNvSpPr>
          <p:nvPr>
            <p:ph type="body" sz="quarter" idx="18" hasCustomPrompt="1"/>
          </p:nvPr>
        </p:nvSpPr>
        <p:spPr>
          <a:xfrm>
            <a:off x="4652674"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1C698088-82D8-4D90-AE73-66B661DFCBC2}"/>
              </a:ext>
            </a:extLst>
          </p:cNvPr>
          <p:cNvSpPr>
            <a:spLocks noGrp="1"/>
          </p:cNvSpPr>
          <p:nvPr>
            <p:ph type="body" sz="quarter" idx="19" hasCustomPrompt="1"/>
          </p:nvPr>
        </p:nvSpPr>
        <p:spPr>
          <a:xfrm>
            <a:off x="5207145"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7" name="Text Placeholder 10">
            <a:extLst>
              <a:ext uri="{FF2B5EF4-FFF2-40B4-BE49-F238E27FC236}">
                <a16:creationId xmlns:a16="http://schemas.microsoft.com/office/drawing/2014/main" id="{83FF934E-D2F5-409F-B4EB-CD316340BF37}"/>
              </a:ext>
            </a:extLst>
          </p:cNvPr>
          <p:cNvSpPr>
            <a:spLocks noGrp="1"/>
          </p:cNvSpPr>
          <p:nvPr>
            <p:ph type="body" sz="quarter" idx="20" hasCustomPrompt="1"/>
          </p:nvPr>
        </p:nvSpPr>
        <p:spPr>
          <a:xfrm>
            <a:off x="7851920"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7E006825-EBAA-451B-AD52-683B7109D507}"/>
              </a:ext>
            </a:extLst>
          </p:cNvPr>
          <p:cNvSpPr>
            <a:spLocks noGrp="1"/>
          </p:cNvSpPr>
          <p:nvPr>
            <p:ph type="body" sz="quarter" idx="21" hasCustomPrompt="1"/>
          </p:nvPr>
        </p:nvSpPr>
        <p:spPr>
          <a:xfrm>
            <a:off x="8380990"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9" name="Date Placeholder 4">
            <a:extLst>
              <a:ext uri="{FF2B5EF4-FFF2-40B4-BE49-F238E27FC236}">
                <a16:creationId xmlns:a16="http://schemas.microsoft.com/office/drawing/2014/main" id="{044D0E17-B284-4856-BBDB-FFF2EBAB974A}"/>
              </a:ext>
            </a:extLst>
          </p:cNvPr>
          <p:cNvSpPr>
            <a:spLocks noGrp="1"/>
          </p:cNvSpPr>
          <p:nvPr>
            <p:ph type="dt" sz="half" idx="10"/>
          </p:nvPr>
        </p:nvSpPr>
        <p:spPr>
          <a:xfrm>
            <a:off x="838200" y="6515753"/>
            <a:ext cx="2743200" cy="205722"/>
          </a:xfrm>
        </p:spPr>
        <p:txBody>
          <a:bodyPr>
            <a:noAutofit/>
          </a:bodyPr>
          <a:lstStyle/>
          <a:p>
            <a:r>
              <a:rPr lang="en-US" dirty="0"/>
              <a:t>8/03/20XX</a:t>
            </a:r>
          </a:p>
        </p:txBody>
      </p:sp>
      <p:sp>
        <p:nvSpPr>
          <p:cNvPr id="20" name="Footer Placeholder 5">
            <a:extLst>
              <a:ext uri="{FF2B5EF4-FFF2-40B4-BE49-F238E27FC236}">
                <a16:creationId xmlns:a16="http://schemas.microsoft.com/office/drawing/2014/main" id="{56B7B285-9E5D-48DB-B740-3FDA433FE99C}"/>
              </a:ext>
            </a:extLst>
          </p:cNvPr>
          <p:cNvSpPr>
            <a:spLocks noGrp="1"/>
          </p:cNvSpPr>
          <p:nvPr>
            <p:ph type="ftr" sz="quarter" idx="11"/>
          </p:nvPr>
        </p:nvSpPr>
        <p:spPr>
          <a:xfrm>
            <a:off x="4038600" y="6515753"/>
            <a:ext cx="4114800" cy="205722"/>
          </a:xfrm>
        </p:spPr>
        <p:txBody>
          <a:bodyPr>
            <a:noAutofit/>
          </a:bodyPr>
          <a:lstStyle/>
          <a:p>
            <a:r>
              <a:rPr lang="en-US" dirty="0"/>
              <a:t>PITCH DECK</a:t>
            </a:r>
          </a:p>
        </p:txBody>
      </p:sp>
      <p:sp>
        <p:nvSpPr>
          <p:cNvPr id="21" name="Slide Number Placeholder 6">
            <a:extLst>
              <a:ext uri="{FF2B5EF4-FFF2-40B4-BE49-F238E27FC236}">
                <a16:creationId xmlns:a16="http://schemas.microsoft.com/office/drawing/2014/main" id="{73D1A241-8F30-495A-8B68-B8A5CAA1F6BB}"/>
              </a:ext>
            </a:extLst>
          </p:cNvPr>
          <p:cNvSpPr>
            <a:spLocks noGrp="1"/>
          </p:cNvSpPr>
          <p:nvPr>
            <p:ph type="sldNum" sz="quarter" idx="12"/>
          </p:nvPr>
        </p:nvSpPr>
        <p:spPr>
          <a:xfrm>
            <a:off x="8610600" y="6515753"/>
            <a:ext cx="2743200" cy="205722"/>
          </a:xfrm>
        </p:spPr>
        <p:txBody>
          <a:bodyPr>
            <a:noAutofit/>
          </a:bodyPr>
          <a:lstStyle/>
          <a:p>
            <a:fld id="{BF860B6F-2FE3-4DE6-9496-980E987E7466}" type="slidenum">
              <a:rPr lang="en-US" smtClean="0"/>
              <a:t>‹#›</a:t>
            </a:fld>
            <a:endParaRPr lang="en-US" dirty="0"/>
          </a:p>
        </p:txBody>
      </p:sp>
      <p:sp>
        <p:nvSpPr>
          <p:cNvPr id="23" name="Rectangle 22">
            <a:extLst>
              <a:ext uri="{FF2B5EF4-FFF2-40B4-BE49-F238E27FC236}">
                <a16:creationId xmlns:a16="http://schemas.microsoft.com/office/drawing/2014/main" id="{CC931C97-3E53-4030-A6E5-50E4DF9A1C34}"/>
              </a:ext>
            </a:extLst>
          </p:cNvPr>
          <p:cNvSpPr/>
          <p:nvPr userDrawn="1"/>
        </p:nvSpPr>
        <p:spPr>
          <a:xfrm rot="5400000">
            <a:off x="9766385" y="-1006534"/>
            <a:ext cx="972645" cy="392429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 name="Title 3">
            <a:extLst>
              <a:ext uri="{FF2B5EF4-FFF2-40B4-BE49-F238E27FC236}">
                <a16:creationId xmlns:a16="http://schemas.microsoft.com/office/drawing/2014/main" id="{F3F8C40A-9F2A-4E97-956E-E8A1BFB94E15}"/>
              </a:ext>
            </a:extLst>
          </p:cNvPr>
          <p:cNvSpPr>
            <a:spLocks noGrp="1"/>
          </p:cNvSpPr>
          <p:nvPr>
            <p:ph type="title" hasCustomPrompt="1"/>
          </p:nvPr>
        </p:nvSpPr>
        <p:spPr>
          <a:xfrm>
            <a:off x="2891574" y="671808"/>
            <a:ext cx="6408851" cy="639192"/>
          </a:xfrm>
        </p:spPr>
        <p:txBody>
          <a:bodyPr/>
          <a:lstStyle>
            <a:lvl1pPr algn="r">
              <a:defRPr/>
            </a:lvl1pPr>
          </a:lstStyle>
          <a:p>
            <a:r>
              <a:rPr lang="en-US" dirty="0"/>
              <a:t>Click to add title</a:t>
            </a:r>
          </a:p>
        </p:txBody>
      </p:sp>
    </p:spTree>
    <p:extLst>
      <p:ext uri="{BB962C8B-B14F-4D97-AF65-F5344CB8AC3E}">
        <p14:creationId xmlns:p14="http://schemas.microsoft.com/office/powerpoint/2010/main" val="1024192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E1A5FC-3F83-4927-88B5-5BCBA3EA6843}"/>
              </a:ext>
            </a:extLst>
          </p:cNvPr>
          <p:cNvSpPr>
            <a:spLocks noGrp="1"/>
          </p:cNvSpPr>
          <p:nvPr>
            <p:ph type="pic" sz="quarter" idx="16" hasCustomPrompt="1"/>
          </p:nvPr>
        </p:nvSpPr>
        <p:spPr>
          <a:xfrm>
            <a:off x="7333860" y="466725"/>
            <a:ext cx="4858139" cy="5924550"/>
          </a:xfrm>
        </p:spPr>
        <p:txBody>
          <a:bodyPr>
            <a:noAutofit/>
          </a:bodyPr>
          <a:lstStyle>
            <a:lvl1pPr marL="0" indent="0" algn="ctr">
              <a:buNone/>
              <a:defRPr/>
            </a:lvl1pPr>
          </a:lstStyle>
          <a:p>
            <a:r>
              <a:rPr lang="en-US" dirty="0"/>
              <a:t>Click to add photo</a:t>
            </a:r>
          </a:p>
        </p:txBody>
      </p:sp>
      <p:sp>
        <p:nvSpPr>
          <p:cNvPr id="4" name="Date Placeholder 3">
            <a:extLst>
              <a:ext uri="{FF2B5EF4-FFF2-40B4-BE49-F238E27FC236}">
                <a16:creationId xmlns:a16="http://schemas.microsoft.com/office/drawing/2014/main" id="{4A2EE9FB-42C5-4A09-A4FE-4DDE8CF93548}"/>
              </a:ext>
            </a:extLst>
          </p:cNvPr>
          <p:cNvSpPr>
            <a:spLocks noGrp="1"/>
          </p:cNvSpPr>
          <p:nvPr>
            <p:ph type="dt" sz="half" idx="10"/>
          </p:nvPr>
        </p:nvSpPr>
        <p:spPr/>
        <p:txBody>
          <a:bodyPr>
            <a:noAutofit/>
          </a:bodyPr>
          <a:lstStyle/>
          <a:p>
            <a:r>
              <a:rPr lang="en-US" dirty="0"/>
              <a:t>8/03/20XX</a:t>
            </a:r>
          </a:p>
        </p:txBody>
      </p:sp>
      <p:sp>
        <p:nvSpPr>
          <p:cNvPr id="5" name="Footer Placeholder 4">
            <a:extLst>
              <a:ext uri="{FF2B5EF4-FFF2-40B4-BE49-F238E27FC236}">
                <a16:creationId xmlns:a16="http://schemas.microsoft.com/office/drawing/2014/main" id="{38208DFF-BE58-419E-A8E1-FD94281589CF}"/>
              </a:ext>
            </a:extLst>
          </p:cNvPr>
          <p:cNvSpPr>
            <a:spLocks noGrp="1"/>
          </p:cNvSpPr>
          <p:nvPr>
            <p:ph type="ftr" sz="quarter" idx="11"/>
          </p:nvPr>
        </p:nvSpPr>
        <p:spPr/>
        <p:txBody>
          <a:bodyPr>
            <a:noAutofit/>
          </a:bodyPr>
          <a:lstStyle/>
          <a:p>
            <a:r>
              <a:rPr lang="en-US" dirty="0"/>
              <a:t>PITCH DECK</a:t>
            </a:r>
          </a:p>
        </p:txBody>
      </p:sp>
      <p:sp>
        <p:nvSpPr>
          <p:cNvPr id="6" name="Slide Number Placeholder 5">
            <a:extLst>
              <a:ext uri="{FF2B5EF4-FFF2-40B4-BE49-F238E27FC236}">
                <a16:creationId xmlns:a16="http://schemas.microsoft.com/office/drawing/2014/main" id="{A424A919-F912-4129-B930-D8A078A8C686}"/>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10" name="Text Placeholder 10">
            <a:extLst>
              <a:ext uri="{FF2B5EF4-FFF2-40B4-BE49-F238E27FC236}">
                <a16:creationId xmlns:a16="http://schemas.microsoft.com/office/drawing/2014/main" id="{7CEA9B97-0004-4411-ABB4-A27F463B897A}"/>
              </a:ext>
            </a:extLst>
          </p:cNvPr>
          <p:cNvSpPr>
            <a:spLocks noGrp="1"/>
          </p:cNvSpPr>
          <p:nvPr>
            <p:ph type="body" sz="quarter" idx="13" hasCustomPrompt="1"/>
          </p:nvPr>
        </p:nvSpPr>
        <p:spPr>
          <a:xfrm>
            <a:off x="757045" y="2387634"/>
            <a:ext cx="2824355" cy="3392805"/>
          </a:xfrm>
          <a:prstGeom prst="rect">
            <a:avLst/>
          </a:prstGeom>
        </p:spPr>
        <p:txBody>
          <a:bodyPr anchor="t">
            <a:noAutofit/>
          </a:bodyPr>
          <a:lstStyle>
            <a:lvl1pPr marL="0" indent="0" algn="l">
              <a:lnSpc>
                <a:spcPct val="125000"/>
              </a:lnSpc>
              <a:spcBef>
                <a:spcPts val="150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5ED60F60-B501-479A-A75A-8FD1F9796572}"/>
              </a:ext>
            </a:extLst>
          </p:cNvPr>
          <p:cNvSpPr>
            <a:spLocks noGrp="1"/>
          </p:cNvSpPr>
          <p:nvPr>
            <p:ph type="body" sz="quarter" idx="17" hasCustomPrompt="1"/>
          </p:nvPr>
        </p:nvSpPr>
        <p:spPr>
          <a:xfrm>
            <a:off x="757045" y="1804968"/>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2" name="Text Placeholder 10">
            <a:extLst>
              <a:ext uri="{FF2B5EF4-FFF2-40B4-BE49-F238E27FC236}">
                <a16:creationId xmlns:a16="http://schemas.microsoft.com/office/drawing/2014/main" id="{9170FD0E-EBE1-4417-BC9D-4CD5F92BFD36}"/>
              </a:ext>
            </a:extLst>
          </p:cNvPr>
          <p:cNvSpPr>
            <a:spLocks noGrp="1"/>
          </p:cNvSpPr>
          <p:nvPr>
            <p:ph type="body" sz="quarter" idx="18" hasCustomPrompt="1"/>
          </p:nvPr>
        </p:nvSpPr>
        <p:spPr>
          <a:xfrm>
            <a:off x="4045452" y="2385650"/>
            <a:ext cx="2824355" cy="3392805"/>
          </a:xfrm>
          <a:prstGeom prst="rect">
            <a:avLst/>
          </a:prstGeom>
        </p:spPr>
        <p:txBody>
          <a:bodyPr anchor="t">
            <a:noAutofit/>
          </a:bodyPr>
          <a:lstStyle>
            <a:lvl1pPr marL="0" indent="0" algn="l">
              <a:lnSpc>
                <a:spcPct val="125000"/>
              </a:lnSpc>
              <a:spcBef>
                <a:spcPts val="1500"/>
              </a:spcBef>
              <a:buNone/>
              <a:defRPr sz="1400" cap="none" spc="100" baseline="0">
                <a:solidFill>
                  <a:schemeClr val="tx1"/>
                </a:solidFill>
                <a:latin typeface="+mn-lt"/>
              </a:defRPr>
            </a:lvl1pPr>
          </a:lstStyle>
          <a:p>
            <a:pPr lvl="0"/>
            <a:r>
              <a:rPr lang="en-US"/>
              <a:t>Click to add text</a:t>
            </a:r>
          </a:p>
        </p:txBody>
      </p:sp>
      <p:sp>
        <p:nvSpPr>
          <p:cNvPr id="13" name="Text Placeholder 10">
            <a:extLst>
              <a:ext uri="{FF2B5EF4-FFF2-40B4-BE49-F238E27FC236}">
                <a16:creationId xmlns:a16="http://schemas.microsoft.com/office/drawing/2014/main" id="{17738676-CB36-4BE1-A9C9-0215DEEECB12}"/>
              </a:ext>
            </a:extLst>
          </p:cNvPr>
          <p:cNvSpPr>
            <a:spLocks noGrp="1"/>
          </p:cNvSpPr>
          <p:nvPr>
            <p:ph type="body" sz="quarter" idx="19" hasCustomPrompt="1"/>
          </p:nvPr>
        </p:nvSpPr>
        <p:spPr>
          <a:xfrm>
            <a:off x="4045452" y="1802984"/>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CC438544-38E0-4456-B973-6058B99619B8}"/>
              </a:ext>
            </a:extLst>
          </p:cNvPr>
          <p:cNvSpPr>
            <a:spLocks noGrp="1"/>
          </p:cNvSpPr>
          <p:nvPr>
            <p:ph type="title" hasCustomPrompt="1"/>
          </p:nvPr>
        </p:nvSpPr>
        <p:spPr>
          <a:xfrm>
            <a:off x="724203" y="671808"/>
            <a:ext cx="6041907" cy="639192"/>
          </a:xfrm>
        </p:spPr>
        <p:txBody>
          <a:bodyPr/>
          <a:lstStyle>
            <a:lvl1pPr>
              <a:defRPr/>
            </a:lvl1pPr>
          </a:lstStyle>
          <a:p>
            <a:r>
              <a:rPr lang="en-US" dirty="0"/>
              <a:t>Click to add title</a:t>
            </a:r>
          </a:p>
        </p:txBody>
      </p:sp>
    </p:spTree>
    <p:extLst>
      <p:ext uri="{BB962C8B-B14F-4D97-AF65-F5344CB8AC3E}">
        <p14:creationId xmlns:p14="http://schemas.microsoft.com/office/powerpoint/2010/main" val="600868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F3F335-C36A-4214-BC97-BB4C9721814B}"/>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31CCBA95-53AF-4D84-851A-58323862300D}"/>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4138AEEC-9F28-4200-B5D7-453E32B3B8C5}"/>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cxnSp>
        <p:nvCxnSpPr>
          <p:cNvPr id="45" name="Straight Connector 44">
            <a:extLst>
              <a:ext uri="{FF2B5EF4-FFF2-40B4-BE49-F238E27FC236}">
                <a16:creationId xmlns:a16="http://schemas.microsoft.com/office/drawing/2014/main" id="{0D9967FE-B330-4703-9D6E-CC40B84B1030}"/>
              </a:ext>
            </a:extLst>
          </p:cNvPr>
          <p:cNvCxnSpPr>
            <a:cxnSpLocks/>
          </p:cNvCxnSpPr>
          <p:nvPr userDrawn="1"/>
        </p:nvCxnSpPr>
        <p:spPr>
          <a:xfrm>
            <a:off x="6150567" y="2200739"/>
            <a:ext cx="0" cy="34699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BC0FBFA-8000-40C6-8EF3-D30A0A48CBC5}"/>
              </a:ext>
            </a:extLst>
          </p:cNvPr>
          <p:cNvCxnSpPr>
            <a:cxnSpLocks/>
          </p:cNvCxnSpPr>
          <p:nvPr userDrawn="1"/>
        </p:nvCxnSpPr>
        <p:spPr>
          <a:xfrm flipH="1">
            <a:off x="2545167" y="3935702"/>
            <a:ext cx="710166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2DCC767D-316F-42DA-9712-29C185B762F2}"/>
              </a:ext>
            </a:extLst>
          </p:cNvPr>
          <p:cNvSpPr>
            <a:spLocks noGrp="1"/>
          </p:cNvSpPr>
          <p:nvPr>
            <p:ph type="body" sz="quarter" idx="16" hasCustomPrompt="1"/>
          </p:nvPr>
        </p:nvSpPr>
        <p:spPr>
          <a:xfrm>
            <a:off x="5278036" y="1767731"/>
            <a:ext cx="1706966" cy="426393"/>
          </a:xfrm>
          <a:prstGeom prst="rect">
            <a:avLst/>
          </a:prstGeom>
        </p:spPr>
        <p:txBody>
          <a:bodyPr anchor="b">
            <a:noAutofit/>
          </a:bodyPr>
          <a:lstStyle>
            <a:lvl1pPr marL="0" indent="0" algn="ctr">
              <a:buNone/>
              <a:defRPr sz="1400" cap="all" spc="100" baseline="0">
                <a:solidFill>
                  <a:schemeClr val="bg1">
                    <a:lumMod val="50000"/>
                  </a:schemeClr>
                </a:solidFill>
                <a:latin typeface="+mj-lt"/>
              </a:defRPr>
            </a:lvl1pPr>
          </a:lstStyle>
          <a:p>
            <a:pPr lvl="0"/>
            <a:r>
              <a:rPr lang="en-US"/>
              <a:t>Click to add name</a:t>
            </a:r>
          </a:p>
        </p:txBody>
      </p:sp>
      <p:sp>
        <p:nvSpPr>
          <p:cNvPr id="54" name="Text Placeholder 10">
            <a:extLst>
              <a:ext uri="{FF2B5EF4-FFF2-40B4-BE49-F238E27FC236}">
                <a16:creationId xmlns:a16="http://schemas.microsoft.com/office/drawing/2014/main" id="{DC3AF654-39ED-4B70-9A85-34D9DC793D53}"/>
              </a:ext>
            </a:extLst>
          </p:cNvPr>
          <p:cNvSpPr>
            <a:spLocks noGrp="1"/>
          </p:cNvSpPr>
          <p:nvPr>
            <p:ph type="body" sz="quarter" idx="17" hasCustomPrompt="1"/>
          </p:nvPr>
        </p:nvSpPr>
        <p:spPr>
          <a:xfrm>
            <a:off x="5278035" y="5683895"/>
            <a:ext cx="1706966" cy="426393"/>
          </a:xfrm>
          <a:prstGeom prst="rect">
            <a:avLst/>
          </a:prstGeom>
        </p:spPr>
        <p:txBody>
          <a:bodyPr anchor="t">
            <a:noAutofit/>
          </a:bodyPr>
          <a:lstStyle>
            <a:lvl1pPr marL="0" indent="0" algn="ctr">
              <a:buNone/>
              <a:defRPr sz="1400" cap="all" spc="100" baseline="0">
                <a:solidFill>
                  <a:schemeClr val="bg1">
                    <a:lumMod val="50000"/>
                  </a:schemeClr>
                </a:solidFill>
                <a:latin typeface="+mj-lt"/>
              </a:defRPr>
            </a:lvl1pPr>
          </a:lstStyle>
          <a:p>
            <a:pPr lvl="0"/>
            <a:r>
              <a:rPr lang="en-US"/>
              <a:t>Click to add name</a:t>
            </a:r>
          </a:p>
        </p:txBody>
      </p:sp>
      <p:sp>
        <p:nvSpPr>
          <p:cNvPr id="55" name="Text Placeholder 10">
            <a:extLst>
              <a:ext uri="{FF2B5EF4-FFF2-40B4-BE49-F238E27FC236}">
                <a16:creationId xmlns:a16="http://schemas.microsoft.com/office/drawing/2014/main" id="{3E0B0DF9-E558-439A-9B7D-4C600008B0DE}"/>
              </a:ext>
            </a:extLst>
          </p:cNvPr>
          <p:cNvSpPr>
            <a:spLocks noGrp="1"/>
          </p:cNvSpPr>
          <p:nvPr>
            <p:ph type="body" sz="quarter" idx="18" hasCustomPrompt="1"/>
          </p:nvPr>
        </p:nvSpPr>
        <p:spPr>
          <a:xfrm>
            <a:off x="838200" y="3792884"/>
            <a:ext cx="1706966" cy="426393"/>
          </a:xfrm>
          <a:prstGeom prst="rect">
            <a:avLst/>
          </a:prstGeom>
        </p:spPr>
        <p:txBody>
          <a:bodyPr anchor="t">
            <a:noAutofit/>
          </a:bodyPr>
          <a:lstStyle>
            <a:lvl1pPr marL="0" indent="0" algn="r">
              <a:buNone/>
              <a:defRPr sz="1400" cap="all" spc="100" baseline="0">
                <a:solidFill>
                  <a:schemeClr val="bg1">
                    <a:lumMod val="50000"/>
                  </a:schemeClr>
                </a:solidFill>
                <a:latin typeface="+mj-lt"/>
              </a:defRPr>
            </a:lvl1pPr>
          </a:lstStyle>
          <a:p>
            <a:pPr lvl="0"/>
            <a:r>
              <a:rPr lang="en-US"/>
              <a:t>Click to add name</a:t>
            </a:r>
          </a:p>
        </p:txBody>
      </p:sp>
      <p:sp>
        <p:nvSpPr>
          <p:cNvPr id="56" name="Text Placeholder 10">
            <a:extLst>
              <a:ext uri="{FF2B5EF4-FFF2-40B4-BE49-F238E27FC236}">
                <a16:creationId xmlns:a16="http://schemas.microsoft.com/office/drawing/2014/main" id="{6BB9DF13-A501-4465-8844-F8ADFE8BEDA6}"/>
              </a:ext>
            </a:extLst>
          </p:cNvPr>
          <p:cNvSpPr>
            <a:spLocks noGrp="1"/>
          </p:cNvSpPr>
          <p:nvPr>
            <p:ph type="body" sz="quarter" idx="19" hasCustomPrompt="1"/>
          </p:nvPr>
        </p:nvSpPr>
        <p:spPr>
          <a:xfrm>
            <a:off x="9646834" y="3792884"/>
            <a:ext cx="1706966" cy="426393"/>
          </a:xfrm>
          <a:prstGeom prst="rect">
            <a:avLst/>
          </a:prstGeom>
        </p:spPr>
        <p:txBody>
          <a:bodyPr anchor="t">
            <a:noAutofit/>
          </a:bodyPr>
          <a:lstStyle>
            <a:lvl1pPr marL="0" indent="0" algn="l">
              <a:buNone/>
              <a:defRPr sz="1400" cap="all" spc="100" baseline="0">
                <a:solidFill>
                  <a:schemeClr val="bg1">
                    <a:lumMod val="50000"/>
                  </a:schemeClr>
                </a:solidFill>
                <a:latin typeface="+mj-lt"/>
              </a:defRPr>
            </a:lvl1pPr>
          </a:lstStyle>
          <a:p>
            <a:pPr lvl="0"/>
            <a:r>
              <a:rPr lang="en-US"/>
              <a:t>Click to add name</a:t>
            </a:r>
          </a:p>
        </p:txBody>
      </p:sp>
      <p:sp>
        <p:nvSpPr>
          <p:cNvPr id="57" name="Text Placeholder 10">
            <a:extLst>
              <a:ext uri="{FF2B5EF4-FFF2-40B4-BE49-F238E27FC236}">
                <a16:creationId xmlns:a16="http://schemas.microsoft.com/office/drawing/2014/main" id="{D23EF573-9496-4229-ABB9-B58C441687E6}"/>
              </a:ext>
            </a:extLst>
          </p:cNvPr>
          <p:cNvSpPr>
            <a:spLocks noGrp="1"/>
          </p:cNvSpPr>
          <p:nvPr>
            <p:ph type="body" sz="quarter" idx="20" hasCustomPrompt="1"/>
          </p:nvPr>
        </p:nvSpPr>
        <p:spPr>
          <a:xfrm>
            <a:off x="6985000" y="2740969"/>
            <a:ext cx="1929792" cy="426393"/>
          </a:xfrm>
          <a:prstGeom prst="rect">
            <a:avLst/>
          </a:prstGeom>
        </p:spPr>
        <p:txBody>
          <a:bodyPr anchor="ctr">
            <a:noAutofit/>
          </a:bodyPr>
          <a:lstStyle>
            <a:lvl1pPr marL="0" indent="0" algn="ctr">
              <a:lnSpc>
                <a:spcPct val="80000"/>
              </a:lnSpc>
              <a:spcBef>
                <a:spcPts val="0"/>
              </a:spcBef>
              <a:buNone/>
              <a:defRPr sz="2000" cap="all" spc="100" baseline="0">
                <a:solidFill>
                  <a:schemeClr val="bg1"/>
                </a:solidFill>
                <a:latin typeface="+mj-lt"/>
              </a:defRPr>
            </a:lvl1pPr>
          </a:lstStyle>
          <a:p>
            <a:pPr lvl="0"/>
            <a:r>
              <a:rPr lang="en-US"/>
              <a:t>Click to add name</a:t>
            </a:r>
          </a:p>
        </p:txBody>
      </p:sp>
      <p:sp>
        <p:nvSpPr>
          <p:cNvPr id="58" name="Text Placeholder 10">
            <a:extLst>
              <a:ext uri="{FF2B5EF4-FFF2-40B4-BE49-F238E27FC236}">
                <a16:creationId xmlns:a16="http://schemas.microsoft.com/office/drawing/2014/main" id="{6C96D231-4BEB-47C0-BC89-3D69A5E0DD10}"/>
              </a:ext>
            </a:extLst>
          </p:cNvPr>
          <p:cNvSpPr>
            <a:spLocks noGrp="1"/>
          </p:cNvSpPr>
          <p:nvPr>
            <p:ph type="body" sz="quarter" idx="21" hasCustomPrompt="1"/>
          </p:nvPr>
        </p:nvSpPr>
        <p:spPr>
          <a:xfrm>
            <a:off x="4859358" y="4263233"/>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59" name="Text Placeholder 10">
            <a:extLst>
              <a:ext uri="{FF2B5EF4-FFF2-40B4-BE49-F238E27FC236}">
                <a16:creationId xmlns:a16="http://schemas.microsoft.com/office/drawing/2014/main" id="{18B3BFCC-5202-4CF7-8748-EA1165299B92}"/>
              </a:ext>
            </a:extLst>
          </p:cNvPr>
          <p:cNvSpPr>
            <a:spLocks noGrp="1"/>
          </p:cNvSpPr>
          <p:nvPr>
            <p:ph type="body" sz="quarter" idx="22" hasCustomPrompt="1"/>
          </p:nvPr>
        </p:nvSpPr>
        <p:spPr>
          <a:xfrm>
            <a:off x="3945805" y="5001059"/>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0" name="Text Placeholder 10">
            <a:extLst>
              <a:ext uri="{FF2B5EF4-FFF2-40B4-BE49-F238E27FC236}">
                <a16:creationId xmlns:a16="http://schemas.microsoft.com/office/drawing/2014/main" id="{0F78A8C0-E488-4B82-A881-BAF70EF5261C}"/>
              </a:ext>
            </a:extLst>
          </p:cNvPr>
          <p:cNvSpPr>
            <a:spLocks noGrp="1"/>
          </p:cNvSpPr>
          <p:nvPr>
            <p:ph type="body" sz="quarter" idx="23" hasCustomPrompt="1"/>
          </p:nvPr>
        </p:nvSpPr>
        <p:spPr>
          <a:xfrm>
            <a:off x="6528224" y="4328700"/>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1" name="Text Placeholder 10">
            <a:extLst>
              <a:ext uri="{FF2B5EF4-FFF2-40B4-BE49-F238E27FC236}">
                <a16:creationId xmlns:a16="http://schemas.microsoft.com/office/drawing/2014/main" id="{9CBF7863-921B-428D-857E-AC4D195E887A}"/>
              </a:ext>
            </a:extLst>
          </p:cNvPr>
          <p:cNvSpPr>
            <a:spLocks noGrp="1"/>
          </p:cNvSpPr>
          <p:nvPr>
            <p:ph type="body" sz="quarter" idx="24" hasCustomPrompt="1"/>
          </p:nvPr>
        </p:nvSpPr>
        <p:spPr>
          <a:xfrm>
            <a:off x="8464942" y="4956195"/>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2" name="Text Placeholder 10">
            <a:extLst>
              <a:ext uri="{FF2B5EF4-FFF2-40B4-BE49-F238E27FC236}">
                <a16:creationId xmlns:a16="http://schemas.microsoft.com/office/drawing/2014/main" id="{3818CA49-6F16-4527-9CE5-335D522ECAA7}"/>
              </a:ext>
            </a:extLst>
          </p:cNvPr>
          <p:cNvSpPr>
            <a:spLocks noGrp="1"/>
          </p:cNvSpPr>
          <p:nvPr>
            <p:ph type="body" sz="quarter" idx="25" hasCustomPrompt="1"/>
          </p:nvPr>
        </p:nvSpPr>
        <p:spPr>
          <a:xfrm>
            <a:off x="3696547" y="2870279"/>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EEA8460B-1230-475A-839A-BB0365A3D529}"/>
              </a:ext>
            </a:extLst>
          </p:cNvPr>
          <p:cNvSpPr>
            <a:spLocks noGrp="1"/>
          </p:cNvSpPr>
          <p:nvPr>
            <p:ph type="title" hasCustomPrompt="1"/>
          </p:nvPr>
        </p:nvSpPr>
        <p:spPr>
          <a:xfrm>
            <a:off x="724203" y="671807"/>
            <a:ext cx="10629597" cy="645807"/>
          </a:xfrm>
        </p:spPr>
        <p:txBody>
          <a:bodyPr/>
          <a:lstStyle>
            <a:lvl1pPr>
              <a:defRPr/>
            </a:lvl1pPr>
          </a:lstStyle>
          <a:p>
            <a:r>
              <a:rPr lang="en-US" dirty="0"/>
              <a:t>Click to add title</a:t>
            </a:r>
          </a:p>
        </p:txBody>
      </p:sp>
    </p:spTree>
    <p:extLst>
      <p:ext uri="{BB962C8B-B14F-4D97-AF65-F5344CB8AC3E}">
        <p14:creationId xmlns:p14="http://schemas.microsoft.com/office/powerpoint/2010/main" val="274389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3D11A1-D567-4DE9-AFD4-7A6BC7C300C1}"/>
              </a:ext>
            </a:extLst>
          </p:cNvPr>
          <p:cNvSpPr/>
          <p:nvPr userDrawn="1"/>
        </p:nvSpPr>
        <p:spPr>
          <a:xfrm>
            <a:off x="4483944"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Rectangle 8">
            <a:extLst>
              <a:ext uri="{FF2B5EF4-FFF2-40B4-BE49-F238E27FC236}">
                <a16:creationId xmlns:a16="http://schemas.microsoft.com/office/drawing/2014/main" id="{21398470-6F00-41F0-B63E-42C03BC992F8}"/>
              </a:ext>
            </a:extLst>
          </p:cNvPr>
          <p:cNvSpPr/>
          <p:nvPr userDrawn="1"/>
        </p:nvSpPr>
        <p:spPr>
          <a:xfrm>
            <a:off x="4489659"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Rectangle 10">
            <a:extLst>
              <a:ext uri="{FF2B5EF4-FFF2-40B4-BE49-F238E27FC236}">
                <a16:creationId xmlns:a16="http://schemas.microsoft.com/office/drawing/2014/main" id="{BF06A024-E68E-4F1C-887D-415804C89479}"/>
              </a:ext>
            </a:extLst>
          </p:cNvPr>
          <p:cNvSpPr/>
          <p:nvPr userDrawn="1"/>
        </p:nvSpPr>
        <p:spPr>
          <a:xfrm>
            <a:off x="8284843"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Rectangle 12">
            <a:extLst>
              <a:ext uri="{FF2B5EF4-FFF2-40B4-BE49-F238E27FC236}">
                <a16:creationId xmlns:a16="http://schemas.microsoft.com/office/drawing/2014/main" id="{0B3C2448-350F-482F-92C0-4F1495265933}"/>
              </a:ext>
            </a:extLst>
          </p:cNvPr>
          <p:cNvSpPr/>
          <p:nvPr userDrawn="1"/>
        </p:nvSpPr>
        <p:spPr>
          <a:xfrm>
            <a:off x="8290558"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6" name="Rectangle 25">
            <a:extLst>
              <a:ext uri="{FF2B5EF4-FFF2-40B4-BE49-F238E27FC236}">
                <a16:creationId xmlns:a16="http://schemas.microsoft.com/office/drawing/2014/main" id="{F1BFB613-F647-4C24-8072-6BA560C2CF35}"/>
              </a:ext>
            </a:extLst>
          </p:cNvPr>
          <p:cNvSpPr/>
          <p:nvPr userDrawn="1"/>
        </p:nvSpPr>
        <p:spPr>
          <a:xfrm rot="5400000">
            <a:off x="9766385" y="-1006534"/>
            <a:ext cx="972645" cy="39242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CA52D8BE-09E0-4B54-871E-627BA3688E32}"/>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30158535-C39C-4032-BC07-CC7DA7456E17}"/>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CE638FD9-7569-4F67-9902-EA32B7F93F68}"/>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7" name="Text Placeholder 10">
            <a:extLst>
              <a:ext uri="{FF2B5EF4-FFF2-40B4-BE49-F238E27FC236}">
                <a16:creationId xmlns:a16="http://schemas.microsoft.com/office/drawing/2014/main" id="{36849D09-65B8-4E5C-986A-AB5E3748D42E}"/>
              </a:ext>
            </a:extLst>
          </p:cNvPr>
          <p:cNvSpPr>
            <a:spLocks noGrp="1"/>
          </p:cNvSpPr>
          <p:nvPr>
            <p:ph type="body" sz="quarter" idx="16" hasCustomPrompt="1"/>
          </p:nvPr>
        </p:nvSpPr>
        <p:spPr>
          <a:xfrm>
            <a:off x="3181350" y="1221488"/>
            <a:ext cx="5829300" cy="537864"/>
          </a:xfrm>
          <a:prstGeom prst="rect">
            <a:avLst/>
          </a:prstGeom>
        </p:spPr>
        <p:txBody>
          <a:bodyPr anchor="t">
            <a:noAutofit/>
          </a:bodyPr>
          <a:lstStyle>
            <a:lvl1pPr marL="0" indent="0" algn="ctr">
              <a:lnSpc>
                <a:spcPct val="125000"/>
              </a:lnSpc>
              <a:spcBef>
                <a:spcPts val="0"/>
              </a:spcBef>
              <a:buNone/>
              <a:defRPr sz="2000" cap="none" spc="100" baseline="0">
                <a:solidFill>
                  <a:schemeClr val="tx1"/>
                </a:solidFill>
                <a:latin typeface="Seaford" panose="020B0502030303020204" pitchFamily="34" charset="0"/>
              </a:defRPr>
            </a:lvl1pPr>
          </a:lstStyle>
          <a:p>
            <a:pPr lvl="0"/>
            <a:r>
              <a:rPr lang="en-US"/>
              <a:t>Click to add text</a:t>
            </a:r>
          </a:p>
        </p:txBody>
      </p:sp>
      <p:sp>
        <p:nvSpPr>
          <p:cNvPr id="8" name="Rectangle 7">
            <a:extLst>
              <a:ext uri="{FF2B5EF4-FFF2-40B4-BE49-F238E27FC236}">
                <a16:creationId xmlns:a16="http://schemas.microsoft.com/office/drawing/2014/main" id="{23AC480B-19BB-48E2-8BEF-4AA0680D32DE}"/>
              </a:ext>
            </a:extLst>
          </p:cNvPr>
          <p:cNvSpPr/>
          <p:nvPr userDrawn="1"/>
        </p:nvSpPr>
        <p:spPr>
          <a:xfrm>
            <a:off x="691513"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4" name="Rectangle 13">
            <a:extLst>
              <a:ext uri="{FF2B5EF4-FFF2-40B4-BE49-F238E27FC236}">
                <a16:creationId xmlns:a16="http://schemas.microsoft.com/office/drawing/2014/main" id="{82C09E39-FAAE-43BC-8BD6-08DC89C45F5B}"/>
              </a:ext>
            </a:extLst>
          </p:cNvPr>
          <p:cNvSpPr/>
          <p:nvPr userDrawn="1"/>
        </p:nvSpPr>
        <p:spPr>
          <a:xfrm>
            <a:off x="697228"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9" name="Text Placeholder 10">
            <a:extLst>
              <a:ext uri="{FF2B5EF4-FFF2-40B4-BE49-F238E27FC236}">
                <a16:creationId xmlns:a16="http://schemas.microsoft.com/office/drawing/2014/main" id="{07156FBE-72BD-4A64-99F7-1ABAA272A0FA}"/>
              </a:ext>
            </a:extLst>
          </p:cNvPr>
          <p:cNvSpPr>
            <a:spLocks noGrp="1"/>
          </p:cNvSpPr>
          <p:nvPr>
            <p:ph type="body" sz="quarter" idx="17" hasCustomPrompt="1"/>
          </p:nvPr>
        </p:nvSpPr>
        <p:spPr>
          <a:xfrm>
            <a:off x="963928"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0" name="Text Placeholder 10">
            <a:extLst>
              <a:ext uri="{FF2B5EF4-FFF2-40B4-BE49-F238E27FC236}">
                <a16:creationId xmlns:a16="http://schemas.microsoft.com/office/drawing/2014/main" id="{0AEE629F-FF1D-44AE-B728-8EA70D72A35B}"/>
              </a:ext>
            </a:extLst>
          </p:cNvPr>
          <p:cNvSpPr>
            <a:spLocks noGrp="1"/>
          </p:cNvSpPr>
          <p:nvPr>
            <p:ph type="body" sz="quarter" idx="18" hasCustomPrompt="1"/>
          </p:nvPr>
        </p:nvSpPr>
        <p:spPr>
          <a:xfrm>
            <a:off x="4750644"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1" name="Text Placeholder 10">
            <a:extLst>
              <a:ext uri="{FF2B5EF4-FFF2-40B4-BE49-F238E27FC236}">
                <a16:creationId xmlns:a16="http://schemas.microsoft.com/office/drawing/2014/main" id="{5C4D74F9-C022-4D89-9C64-1A0A5FD3A6EC}"/>
              </a:ext>
            </a:extLst>
          </p:cNvPr>
          <p:cNvSpPr>
            <a:spLocks noGrp="1"/>
          </p:cNvSpPr>
          <p:nvPr>
            <p:ph type="body" sz="quarter" idx="19" hasCustomPrompt="1"/>
          </p:nvPr>
        </p:nvSpPr>
        <p:spPr>
          <a:xfrm>
            <a:off x="8551543"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2" name="Text Placeholder 10">
            <a:extLst>
              <a:ext uri="{FF2B5EF4-FFF2-40B4-BE49-F238E27FC236}">
                <a16:creationId xmlns:a16="http://schemas.microsoft.com/office/drawing/2014/main" id="{75D06BD1-5247-47AE-87C4-5720ED5AC7FC}"/>
              </a:ext>
            </a:extLst>
          </p:cNvPr>
          <p:cNvSpPr>
            <a:spLocks noGrp="1"/>
          </p:cNvSpPr>
          <p:nvPr>
            <p:ph type="body" sz="quarter" idx="20" hasCustomPrompt="1"/>
          </p:nvPr>
        </p:nvSpPr>
        <p:spPr>
          <a:xfrm>
            <a:off x="963928"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3" name="Text Placeholder 10">
            <a:extLst>
              <a:ext uri="{FF2B5EF4-FFF2-40B4-BE49-F238E27FC236}">
                <a16:creationId xmlns:a16="http://schemas.microsoft.com/office/drawing/2014/main" id="{FD3684C2-E9CD-4A2A-993D-ABF39BD30C21}"/>
              </a:ext>
            </a:extLst>
          </p:cNvPr>
          <p:cNvSpPr>
            <a:spLocks noGrp="1"/>
          </p:cNvSpPr>
          <p:nvPr>
            <p:ph type="body" sz="quarter" idx="21" hasCustomPrompt="1"/>
          </p:nvPr>
        </p:nvSpPr>
        <p:spPr>
          <a:xfrm>
            <a:off x="4750644"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4" name="Text Placeholder 10">
            <a:extLst>
              <a:ext uri="{FF2B5EF4-FFF2-40B4-BE49-F238E27FC236}">
                <a16:creationId xmlns:a16="http://schemas.microsoft.com/office/drawing/2014/main" id="{A960BEA5-C2B5-456D-8982-4C8A8E7EE686}"/>
              </a:ext>
            </a:extLst>
          </p:cNvPr>
          <p:cNvSpPr>
            <a:spLocks noGrp="1"/>
          </p:cNvSpPr>
          <p:nvPr>
            <p:ph type="body" sz="quarter" idx="22" hasCustomPrompt="1"/>
          </p:nvPr>
        </p:nvSpPr>
        <p:spPr>
          <a:xfrm>
            <a:off x="8551543"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0" name="Title 9">
            <a:extLst>
              <a:ext uri="{FF2B5EF4-FFF2-40B4-BE49-F238E27FC236}">
                <a16:creationId xmlns:a16="http://schemas.microsoft.com/office/drawing/2014/main" id="{8CDC00CA-B925-48D9-91B3-A79A59C280A1}"/>
              </a:ext>
            </a:extLst>
          </p:cNvPr>
          <p:cNvSpPr>
            <a:spLocks noGrp="1"/>
          </p:cNvSpPr>
          <p:nvPr>
            <p:ph type="title" hasCustomPrompt="1"/>
          </p:nvPr>
        </p:nvSpPr>
        <p:spPr>
          <a:xfrm>
            <a:off x="3181350" y="671807"/>
            <a:ext cx="5829300" cy="639192"/>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4974638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C336D74-17F7-4684-B610-18AB1682D138}"/>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AB1FBB6F-A08B-41AD-8AD2-DC5AE674EE23}"/>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5BFA4285-BB73-4E13-BBDF-3F14D2AD95BA}"/>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8" name="Text Placeholder 10">
            <a:extLst>
              <a:ext uri="{FF2B5EF4-FFF2-40B4-BE49-F238E27FC236}">
                <a16:creationId xmlns:a16="http://schemas.microsoft.com/office/drawing/2014/main" id="{6F28238E-356F-43CD-AA8F-3BC1FA26B6E7}"/>
              </a:ext>
            </a:extLst>
          </p:cNvPr>
          <p:cNvSpPr>
            <a:spLocks noGrp="1"/>
          </p:cNvSpPr>
          <p:nvPr>
            <p:ph type="body" sz="quarter" idx="16" hasCustomPrompt="1"/>
          </p:nvPr>
        </p:nvSpPr>
        <p:spPr>
          <a:xfrm>
            <a:off x="827900" y="1172060"/>
            <a:ext cx="5829300" cy="537864"/>
          </a:xfrm>
          <a:prstGeom prst="rect">
            <a:avLst/>
          </a:prstGeom>
        </p:spPr>
        <p:txBody>
          <a:bodyPr anchor="t">
            <a:noAutofit/>
          </a:bodyPr>
          <a:lstStyle>
            <a:lvl1pPr marL="0" indent="0" algn="l">
              <a:lnSpc>
                <a:spcPct val="125000"/>
              </a:lnSpc>
              <a:spcBef>
                <a:spcPts val="0"/>
              </a:spcBef>
              <a:buNone/>
              <a:defRPr sz="2000" cap="none" spc="100" baseline="0">
                <a:solidFill>
                  <a:schemeClr val="tx1"/>
                </a:solidFill>
                <a:latin typeface="Seaford" panose="020B0502030303020204" pitchFamily="34" charset="0"/>
              </a:defRPr>
            </a:lvl1pPr>
          </a:lstStyle>
          <a:p>
            <a:pPr lvl="0"/>
            <a:r>
              <a:rPr lang="en-US"/>
              <a:t>Click to add text</a:t>
            </a:r>
          </a:p>
        </p:txBody>
      </p:sp>
      <p:sp>
        <p:nvSpPr>
          <p:cNvPr id="36" name="Text Placeholder 10">
            <a:extLst>
              <a:ext uri="{FF2B5EF4-FFF2-40B4-BE49-F238E27FC236}">
                <a16:creationId xmlns:a16="http://schemas.microsoft.com/office/drawing/2014/main" id="{050BF9B7-44D3-43B3-8650-0E38FB9F8025}"/>
              </a:ext>
            </a:extLst>
          </p:cNvPr>
          <p:cNvSpPr>
            <a:spLocks noGrp="1"/>
          </p:cNvSpPr>
          <p:nvPr>
            <p:ph type="body" sz="quarter" idx="25" hasCustomPrompt="1"/>
          </p:nvPr>
        </p:nvSpPr>
        <p:spPr>
          <a:xfrm>
            <a:off x="6785497" y="2172381"/>
            <a:ext cx="4487220" cy="448769"/>
          </a:xfrm>
          <a:prstGeom prst="rect">
            <a:avLst/>
          </a:prstGeom>
        </p:spPr>
        <p:txBody>
          <a:bodyPr>
            <a:noAutofit/>
          </a:bodyPr>
          <a:lstStyle>
            <a:lvl1pPr marL="0" indent="0" algn="ctr">
              <a:buNone/>
              <a:defRPr sz="1800" cap="none" spc="200" baseline="0">
                <a:solidFill>
                  <a:schemeClr val="tx2"/>
                </a:solidFill>
                <a:latin typeface="+mj-lt"/>
              </a:defRPr>
            </a:lvl1pPr>
          </a:lstStyle>
          <a:p>
            <a:pPr lvl="0"/>
            <a:r>
              <a:rPr lang="en-US"/>
              <a:t>Click to add title</a:t>
            </a:r>
          </a:p>
        </p:txBody>
      </p:sp>
      <p:sp>
        <p:nvSpPr>
          <p:cNvPr id="51" name="Text Placeholder 10">
            <a:extLst>
              <a:ext uri="{FF2B5EF4-FFF2-40B4-BE49-F238E27FC236}">
                <a16:creationId xmlns:a16="http://schemas.microsoft.com/office/drawing/2014/main" id="{00A34C87-263B-4C39-95B1-6A3E78FC480B}"/>
              </a:ext>
            </a:extLst>
          </p:cNvPr>
          <p:cNvSpPr>
            <a:spLocks noGrp="1"/>
          </p:cNvSpPr>
          <p:nvPr>
            <p:ph type="body" sz="quarter" idx="34" hasCustomPrompt="1"/>
          </p:nvPr>
        </p:nvSpPr>
        <p:spPr>
          <a:xfrm>
            <a:off x="910838" y="2172381"/>
            <a:ext cx="5007023" cy="448769"/>
          </a:xfrm>
          <a:prstGeom prst="rect">
            <a:avLst/>
          </a:prstGeom>
        </p:spPr>
        <p:txBody>
          <a:bodyPr>
            <a:noAutofit/>
          </a:bodyPr>
          <a:lstStyle>
            <a:lvl1pPr marL="0" indent="0" algn="ctr">
              <a:buNone/>
              <a:defRPr sz="1800" cap="none" spc="200" baseline="0">
                <a:solidFill>
                  <a:schemeClr val="tx2"/>
                </a:solidFill>
                <a:latin typeface="+mj-lt"/>
              </a:defRPr>
            </a:lvl1pPr>
          </a:lstStyle>
          <a:p>
            <a:pPr lvl="0"/>
            <a:r>
              <a:rPr lang="en-US"/>
              <a:t>Click to add title</a:t>
            </a:r>
          </a:p>
        </p:txBody>
      </p:sp>
      <p:sp>
        <p:nvSpPr>
          <p:cNvPr id="10" name="Content Placeholder 9">
            <a:extLst>
              <a:ext uri="{FF2B5EF4-FFF2-40B4-BE49-F238E27FC236}">
                <a16:creationId xmlns:a16="http://schemas.microsoft.com/office/drawing/2014/main" id="{38FDE5E1-CA4F-47D6-B408-560DFA59D301}"/>
              </a:ext>
            </a:extLst>
          </p:cNvPr>
          <p:cNvSpPr>
            <a:spLocks noGrp="1"/>
          </p:cNvSpPr>
          <p:nvPr>
            <p:ph sz="quarter" idx="37"/>
          </p:nvPr>
        </p:nvSpPr>
        <p:spPr>
          <a:xfrm>
            <a:off x="906463" y="2752724"/>
            <a:ext cx="5007022" cy="32924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Content Placeholder 9">
            <a:extLst>
              <a:ext uri="{FF2B5EF4-FFF2-40B4-BE49-F238E27FC236}">
                <a16:creationId xmlns:a16="http://schemas.microsoft.com/office/drawing/2014/main" id="{E8933B94-68E9-4F8A-95B3-C8A867B06FF5}"/>
              </a:ext>
            </a:extLst>
          </p:cNvPr>
          <p:cNvSpPr>
            <a:spLocks noGrp="1"/>
          </p:cNvSpPr>
          <p:nvPr>
            <p:ph sz="quarter" idx="38"/>
          </p:nvPr>
        </p:nvSpPr>
        <p:spPr>
          <a:xfrm>
            <a:off x="6785497" y="2747768"/>
            <a:ext cx="4500041" cy="32924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9997C22C-C02E-4D5D-866A-A163E2B47034}"/>
              </a:ext>
            </a:extLst>
          </p:cNvPr>
          <p:cNvSpPr>
            <a:spLocks noGrp="1"/>
          </p:cNvSpPr>
          <p:nvPr>
            <p:ph type="title" hasCustomPrompt="1"/>
          </p:nvPr>
        </p:nvSpPr>
        <p:spPr>
          <a:xfrm>
            <a:off x="827900" y="671808"/>
            <a:ext cx="5829300" cy="639192"/>
          </a:xfrm>
        </p:spPr>
        <p:txBody>
          <a:bodyPr/>
          <a:lstStyle>
            <a:lvl1pPr>
              <a:defRPr/>
            </a:lvl1pPr>
          </a:lstStyle>
          <a:p>
            <a:r>
              <a:rPr lang="en-US" dirty="0"/>
              <a:t>Click to add title</a:t>
            </a:r>
          </a:p>
        </p:txBody>
      </p:sp>
    </p:spTree>
    <p:extLst>
      <p:ext uri="{BB962C8B-B14F-4D97-AF65-F5344CB8AC3E}">
        <p14:creationId xmlns:p14="http://schemas.microsoft.com/office/powerpoint/2010/main" val="3967859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9A6EC546-1FDF-48B1-BB0F-4069A4AF6B46}"/>
              </a:ext>
            </a:extLst>
          </p:cNvPr>
          <p:cNvSpPr/>
          <p:nvPr userDrawn="1"/>
        </p:nvSpPr>
        <p:spPr>
          <a:xfrm rot="5400000">
            <a:off x="1338026" y="-868210"/>
            <a:ext cx="972645" cy="364765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8F8787A3-6FE4-43A8-B38B-0F6A2EF11D64}"/>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D1DE0A1E-0F1E-4FFE-B209-3D9679190548}"/>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A8999867-6933-40F9-BEA0-F30FA6975498}"/>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16" name="Text Placeholder 14">
            <a:extLst>
              <a:ext uri="{FF2B5EF4-FFF2-40B4-BE49-F238E27FC236}">
                <a16:creationId xmlns:a16="http://schemas.microsoft.com/office/drawing/2014/main" id="{00E72126-EBC8-4AA7-AA53-38A15FDEC6E3}"/>
              </a:ext>
            </a:extLst>
          </p:cNvPr>
          <p:cNvSpPr>
            <a:spLocks noGrp="1"/>
          </p:cNvSpPr>
          <p:nvPr>
            <p:ph type="body" sz="quarter" idx="17" hasCustomPrompt="1"/>
          </p:nvPr>
        </p:nvSpPr>
        <p:spPr>
          <a:xfrm>
            <a:off x="171234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C44CA5E4-4215-49A0-86F5-2C4847D87E61}"/>
              </a:ext>
            </a:extLst>
          </p:cNvPr>
          <p:cNvSpPr>
            <a:spLocks noGrp="1"/>
          </p:cNvSpPr>
          <p:nvPr>
            <p:ph type="body" sz="quarter" idx="18" hasCustomPrompt="1"/>
          </p:nvPr>
        </p:nvSpPr>
        <p:spPr>
          <a:xfrm>
            <a:off x="250176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735C1917-DDF3-4A5B-AEB9-E0FBD98EC516}"/>
              </a:ext>
            </a:extLst>
          </p:cNvPr>
          <p:cNvSpPr>
            <a:spLocks noGrp="1"/>
          </p:cNvSpPr>
          <p:nvPr>
            <p:ph type="body" sz="quarter" idx="19" hasCustomPrompt="1"/>
          </p:nvPr>
        </p:nvSpPr>
        <p:spPr>
          <a:xfrm>
            <a:off x="329117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D0FF36A3-BF35-4A36-ADAB-547CA8CAED9F}"/>
              </a:ext>
            </a:extLst>
          </p:cNvPr>
          <p:cNvSpPr>
            <a:spLocks noGrp="1"/>
          </p:cNvSpPr>
          <p:nvPr>
            <p:ph type="body" sz="quarter" idx="20" hasCustomPrompt="1"/>
          </p:nvPr>
        </p:nvSpPr>
        <p:spPr>
          <a:xfrm>
            <a:off x="408059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3BE85149-0E6D-4CDC-82B6-EF6894D9C904}"/>
              </a:ext>
            </a:extLst>
          </p:cNvPr>
          <p:cNvSpPr>
            <a:spLocks noGrp="1"/>
          </p:cNvSpPr>
          <p:nvPr>
            <p:ph type="body" sz="quarter" idx="21" hasCustomPrompt="1"/>
          </p:nvPr>
        </p:nvSpPr>
        <p:spPr>
          <a:xfrm>
            <a:off x="4810807" y="3170170"/>
            <a:ext cx="61531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66E8B6B5-41D1-4EC9-84EF-1989A504B7D6}"/>
              </a:ext>
            </a:extLst>
          </p:cNvPr>
          <p:cNvSpPr>
            <a:spLocks noGrp="1"/>
          </p:cNvSpPr>
          <p:nvPr>
            <p:ph type="body" sz="quarter" idx="22" hasCustomPrompt="1"/>
          </p:nvPr>
        </p:nvSpPr>
        <p:spPr>
          <a:xfrm>
            <a:off x="565942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0F13F401-A13F-4EF3-88FC-D517D7F7BA55}"/>
              </a:ext>
            </a:extLst>
          </p:cNvPr>
          <p:cNvSpPr>
            <a:spLocks noGrp="1"/>
          </p:cNvSpPr>
          <p:nvPr>
            <p:ph type="body" sz="quarter" idx="23" hasCustomPrompt="1"/>
          </p:nvPr>
        </p:nvSpPr>
        <p:spPr>
          <a:xfrm>
            <a:off x="644883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4639D5D-D529-4EF5-9EF8-8C9B3715A28E}"/>
              </a:ext>
            </a:extLst>
          </p:cNvPr>
          <p:cNvSpPr>
            <a:spLocks noGrp="1"/>
          </p:cNvSpPr>
          <p:nvPr>
            <p:ph type="body" sz="quarter" idx="24" hasCustomPrompt="1"/>
          </p:nvPr>
        </p:nvSpPr>
        <p:spPr>
          <a:xfrm>
            <a:off x="723825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45E22B01-C64B-4A03-9118-68BCAECC32FA}"/>
              </a:ext>
            </a:extLst>
          </p:cNvPr>
          <p:cNvSpPr>
            <a:spLocks noGrp="1"/>
          </p:cNvSpPr>
          <p:nvPr>
            <p:ph type="body" sz="quarter" idx="25" hasCustomPrompt="1"/>
          </p:nvPr>
        </p:nvSpPr>
        <p:spPr>
          <a:xfrm>
            <a:off x="802766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04BA50FF-5CC3-4F90-9AA6-5942DF634BAB}"/>
              </a:ext>
            </a:extLst>
          </p:cNvPr>
          <p:cNvSpPr>
            <a:spLocks noGrp="1"/>
          </p:cNvSpPr>
          <p:nvPr>
            <p:ph type="body" sz="quarter" idx="26" hasCustomPrompt="1"/>
          </p:nvPr>
        </p:nvSpPr>
        <p:spPr>
          <a:xfrm>
            <a:off x="881708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5B3EEE7C-67C5-49ED-A602-F8E162B21AA6}"/>
              </a:ext>
            </a:extLst>
          </p:cNvPr>
          <p:cNvSpPr>
            <a:spLocks noGrp="1"/>
          </p:cNvSpPr>
          <p:nvPr>
            <p:ph type="body" sz="quarter" idx="27" hasCustomPrompt="1"/>
          </p:nvPr>
        </p:nvSpPr>
        <p:spPr>
          <a:xfrm>
            <a:off x="960649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EE91B34F-5506-49A1-8594-9259C64066FA}"/>
              </a:ext>
            </a:extLst>
          </p:cNvPr>
          <p:cNvSpPr>
            <a:spLocks noGrp="1"/>
          </p:cNvSpPr>
          <p:nvPr>
            <p:ph type="body" sz="quarter" idx="28" hasCustomPrompt="1"/>
          </p:nvPr>
        </p:nvSpPr>
        <p:spPr>
          <a:xfrm>
            <a:off x="10395907"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6A7D7592-A438-4BE7-82A5-188EF3B7021B}"/>
              </a:ext>
            </a:extLst>
          </p:cNvPr>
          <p:cNvSpPr>
            <a:spLocks noGrp="1"/>
          </p:cNvSpPr>
          <p:nvPr>
            <p:ph type="body" sz="quarter" idx="29" hasCustomPrompt="1"/>
          </p:nvPr>
        </p:nvSpPr>
        <p:spPr>
          <a:xfrm>
            <a:off x="171234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70F1DE9A-9607-4D77-B1CA-EA7A15A4CACA}"/>
              </a:ext>
            </a:extLst>
          </p:cNvPr>
          <p:cNvSpPr>
            <a:spLocks noGrp="1"/>
          </p:cNvSpPr>
          <p:nvPr>
            <p:ph type="body" sz="quarter" idx="30" hasCustomPrompt="1"/>
          </p:nvPr>
        </p:nvSpPr>
        <p:spPr>
          <a:xfrm>
            <a:off x="250176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FE726AB2-7D79-4CF4-ACA3-327A065CAA16}"/>
              </a:ext>
            </a:extLst>
          </p:cNvPr>
          <p:cNvSpPr>
            <a:spLocks noGrp="1"/>
          </p:cNvSpPr>
          <p:nvPr>
            <p:ph type="body" sz="quarter" idx="31" hasCustomPrompt="1"/>
          </p:nvPr>
        </p:nvSpPr>
        <p:spPr>
          <a:xfrm>
            <a:off x="329117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07991841-3C5D-4E23-ACEF-AC0C7BA2866F}"/>
              </a:ext>
            </a:extLst>
          </p:cNvPr>
          <p:cNvSpPr>
            <a:spLocks noGrp="1"/>
          </p:cNvSpPr>
          <p:nvPr>
            <p:ph type="body" sz="quarter" idx="32" hasCustomPrompt="1"/>
          </p:nvPr>
        </p:nvSpPr>
        <p:spPr>
          <a:xfrm>
            <a:off x="408059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E827F407-DC92-4E39-85F3-56B3405B23A9}"/>
              </a:ext>
            </a:extLst>
          </p:cNvPr>
          <p:cNvSpPr>
            <a:spLocks noGrp="1"/>
          </p:cNvSpPr>
          <p:nvPr>
            <p:ph type="body" sz="quarter" idx="33" hasCustomPrompt="1"/>
          </p:nvPr>
        </p:nvSpPr>
        <p:spPr>
          <a:xfrm>
            <a:off x="4810807" y="4871997"/>
            <a:ext cx="61531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ADBEC4B1-A92B-4923-B3C2-44570B971C86}"/>
              </a:ext>
            </a:extLst>
          </p:cNvPr>
          <p:cNvSpPr>
            <a:spLocks noGrp="1"/>
          </p:cNvSpPr>
          <p:nvPr>
            <p:ph type="body" sz="quarter" idx="34" hasCustomPrompt="1"/>
          </p:nvPr>
        </p:nvSpPr>
        <p:spPr>
          <a:xfrm>
            <a:off x="565942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32CD6E05-4E76-4ADF-9FC8-4321B2B9600C}"/>
              </a:ext>
            </a:extLst>
          </p:cNvPr>
          <p:cNvSpPr>
            <a:spLocks noGrp="1"/>
          </p:cNvSpPr>
          <p:nvPr>
            <p:ph type="body" sz="quarter" idx="35" hasCustomPrompt="1"/>
          </p:nvPr>
        </p:nvSpPr>
        <p:spPr>
          <a:xfrm>
            <a:off x="644883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40BE94-38F8-48B0-9A42-DA1A41975046}"/>
              </a:ext>
            </a:extLst>
          </p:cNvPr>
          <p:cNvSpPr>
            <a:spLocks noGrp="1"/>
          </p:cNvSpPr>
          <p:nvPr>
            <p:ph type="body" sz="quarter" idx="36" hasCustomPrompt="1"/>
          </p:nvPr>
        </p:nvSpPr>
        <p:spPr>
          <a:xfrm>
            <a:off x="723825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CCFECD0B-5901-4EBC-92AA-3DE8CD1132DF}"/>
              </a:ext>
            </a:extLst>
          </p:cNvPr>
          <p:cNvSpPr>
            <a:spLocks noGrp="1"/>
          </p:cNvSpPr>
          <p:nvPr>
            <p:ph type="body" sz="quarter" idx="37" hasCustomPrompt="1"/>
          </p:nvPr>
        </p:nvSpPr>
        <p:spPr>
          <a:xfrm>
            <a:off x="802766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B173BBB1-992E-4C62-B6EF-38E5859DA795}"/>
              </a:ext>
            </a:extLst>
          </p:cNvPr>
          <p:cNvSpPr>
            <a:spLocks noGrp="1"/>
          </p:cNvSpPr>
          <p:nvPr>
            <p:ph type="body" sz="quarter" idx="38" hasCustomPrompt="1"/>
          </p:nvPr>
        </p:nvSpPr>
        <p:spPr>
          <a:xfrm>
            <a:off x="881708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83639117-6091-4743-897D-3E5F4468CCAE}"/>
              </a:ext>
            </a:extLst>
          </p:cNvPr>
          <p:cNvSpPr>
            <a:spLocks noGrp="1"/>
          </p:cNvSpPr>
          <p:nvPr>
            <p:ph type="body" sz="quarter" idx="39" hasCustomPrompt="1"/>
          </p:nvPr>
        </p:nvSpPr>
        <p:spPr>
          <a:xfrm>
            <a:off x="960649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B7A64542-4E5B-4701-845E-5101F87E1102}"/>
              </a:ext>
            </a:extLst>
          </p:cNvPr>
          <p:cNvSpPr>
            <a:spLocks noGrp="1"/>
          </p:cNvSpPr>
          <p:nvPr>
            <p:ph type="body" sz="quarter" idx="40" hasCustomPrompt="1"/>
          </p:nvPr>
        </p:nvSpPr>
        <p:spPr>
          <a:xfrm>
            <a:off x="10395907"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0F74B4EA-4966-4ABC-8DFD-01157881B81B}"/>
              </a:ext>
            </a:extLst>
          </p:cNvPr>
          <p:cNvSpPr>
            <a:spLocks noGrp="1"/>
          </p:cNvSpPr>
          <p:nvPr>
            <p:ph type="body" sz="quarter" idx="41" hasCustomPrompt="1"/>
          </p:nvPr>
        </p:nvSpPr>
        <p:spPr>
          <a:xfrm>
            <a:off x="696804" y="2720679"/>
            <a:ext cx="1021001" cy="501726"/>
          </a:xfrm>
          <a:prstGeom prst="rect">
            <a:avLst/>
          </a:prstGeom>
        </p:spPr>
        <p:txBody>
          <a:bodyPr anchor="ctr">
            <a:noAutofit/>
          </a:bodyPr>
          <a:lstStyle>
            <a:lvl1pPr marL="0" indent="0" algn="ctr">
              <a:buNone/>
              <a:defRPr sz="2000" cap="none" spc="100" baseline="0">
                <a:solidFill>
                  <a:schemeClr val="accent5">
                    <a:lumMod val="50000"/>
                  </a:schemeClr>
                </a:solidFill>
                <a:latin typeface="+mj-lt"/>
              </a:defRPr>
            </a:lvl1pPr>
          </a:lstStyle>
          <a:p>
            <a:pPr lvl="0"/>
            <a:r>
              <a:rPr lang="en-US" dirty="0"/>
              <a:t>Add year</a:t>
            </a:r>
          </a:p>
        </p:txBody>
      </p:sp>
      <p:sp>
        <p:nvSpPr>
          <p:cNvPr id="53" name="Text Placeholder 14">
            <a:extLst>
              <a:ext uri="{FF2B5EF4-FFF2-40B4-BE49-F238E27FC236}">
                <a16:creationId xmlns:a16="http://schemas.microsoft.com/office/drawing/2014/main" id="{D7536456-E749-466F-8EFA-F33D82812277}"/>
              </a:ext>
            </a:extLst>
          </p:cNvPr>
          <p:cNvSpPr>
            <a:spLocks noGrp="1"/>
          </p:cNvSpPr>
          <p:nvPr>
            <p:ph type="body" sz="quarter" idx="42" hasCustomPrompt="1"/>
          </p:nvPr>
        </p:nvSpPr>
        <p:spPr>
          <a:xfrm>
            <a:off x="696804" y="4418755"/>
            <a:ext cx="1021001" cy="501726"/>
          </a:xfrm>
          <a:prstGeom prst="rect">
            <a:avLst/>
          </a:prstGeom>
        </p:spPr>
        <p:txBody>
          <a:bodyPr anchor="ctr">
            <a:noAutofit/>
          </a:bodyPr>
          <a:lstStyle>
            <a:lvl1pPr marL="0" indent="0" algn="ctr">
              <a:buNone/>
              <a:defRPr sz="2000" cap="none" spc="100" baseline="0">
                <a:solidFill>
                  <a:schemeClr val="accent5">
                    <a:lumMod val="50000"/>
                  </a:schemeClr>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A6C85040-3D7A-4FD1-B96E-3ED738367662}"/>
              </a:ext>
            </a:extLst>
          </p:cNvPr>
          <p:cNvSpPr>
            <a:spLocks noGrp="1"/>
          </p:cNvSpPr>
          <p:nvPr>
            <p:ph type="body" sz="quarter" idx="43" hasCustomPrompt="1"/>
          </p:nvPr>
        </p:nvSpPr>
        <p:spPr>
          <a:xfrm>
            <a:off x="2029367"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966941C8-0858-4060-8F85-A63D40D05872}"/>
              </a:ext>
            </a:extLst>
          </p:cNvPr>
          <p:cNvSpPr>
            <a:spLocks noGrp="1"/>
          </p:cNvSpPr>
          <p:nvPr>
            <p:ph type="body" sz="quarter" idx="44" hasCustomPrompt="1"/>
          </p:nvPr>
        </p:nvSpPr>
        <p:spPr>
          <a:xfrm>
            <a:off x="4397612"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B66D6339-390D-45A7-BBF7-ADB8D6A0168F}"/>
              </a:ext>
            </a:extLst>
          </p:cNvPr>
          <p:cNvSpPr>
            <a:spLocks noGrp="1"/>
          </p:cNvSpPr>
          <p:nvPr>
            <p:ph type="body" sz="quarter" idx="45" hasCustomPrompt="1"/>
          </p:nvPr>
        </p:nvSpPr>
        <p:spPr>
          <a:xfrm>
            <a:off x="8344687"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89C25EC2-6755-441D-BD59-204C60EFD6AE}"/>
              </a:ext>
            </a:extLst>
          </p:cNvPr>
          <p:cNvSpPr>
            <a:spLocks noGrp="1"/>
          </p:cNvSpPr>
          <p:nvPr>
            <p:ph type="body" sz="quarter" idx="46" hasCustomPrompt="1"/>
          </p:nvPr>
        </p:nvSpPr>
        <p:spPr>
          <a:xfrm>
            <a:off x="2029367" y="3854752"/>
            <a:ext cx="1440088" cy="557165"/>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5AA552AB-DFEE-4CE4-9596-F63F557FD478}"/>
              </a:ext>
            </a:extLst>
          </p:cNvPr>
          <p:cNvSpPr>
            <a:spLocks noGrp="1"/>
          </p:cNvSpPr>
          <p:nvPr>
            <p:ph type="body" sz="quarter" idx="47" hasCustomPrompt="1"/>
          </p:nvPr>
        </p:nvSpPr>
        <p:spPr>
          <a:xfrm>
            <a:off x="5976442" y="3854752"/>
            <a:ext cx="1440088" cy="557165"/>
          </a:xfrm>
          <a:prstGeom prst="rect">
            <a:avLst/>
          </a:prstGeom>
        </p:spPr>
        <p:txBody>
          <a:bodyPr anchor="ctr">
            <a:noAutofit/>
          </a:bodyPr>
          <a:lstStyle>
            <a:lvl1pPr marL="0" indent="0" algn="ctr">
              <a:lnSpc>
                <a:spcPct val="100000"/>
              </a:lnSpc>
              <a:spcBef>
                <a:spcPts val="0"/>
              </a:spcBef>
              <a:buNone/>
              <a:defRPr sz="1400" b="1" cap="none" spc="100" baseline="0">
                <a:solidFill>
                  <a:schemeClr val="accent4"/>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8AA79F31-661A-42DB-97E9-B3633BF6622E}"/>
              </a:ext>
            </a:extLst>
          </p:cNvPr>
          <p:cNvSpPr>
            <a:spLocks noGrp="1"/>
          </p:cNvSpPr>
          <p:nvPr>
            <p:ph type="body" sz="quarter" idx="48" hasCustomPrompt="1"/>
          </p:nvPr>
        </p:nvSpPr>
        <p:spPr>
          <a:xfrm>
            <a:off x="9923517" y="3854752"/>
            <a:ext cx="1440088" cy="557165"/>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5171E1E5-ACAD-4ED5-AAF2-539AF0733FC8}"/>
              </a:ext>
            </a:extLst>
          </p:cNvPr>
          <p:cNvSpPr>
            <a:spLocks noGrp="1"/>
          </p:cNvSpPr>
          <p:nvPr>
            <p:ph type="title" hasCustomPrompt="1"/>
          </p:nvPr>
        </p:nvSpPr>
        <p:spPr>
          <a:xfrm>
            <a:off x="838200" y="671808"/>
            <a:ext cx="10515600" cy="661924"/>
          </a:xfrm>
        </p:spPr>
        <p:txBody>
          <a:bodyPr/>
          <a:lstStyle>
            <a:lvl1pPr>
              <a:defRPr/>
            </a:lvl1pPr>
          </a:lstStyle>
          <a:p>
            <a:r>
              <a:rPr lang="en-US" dirty="0"/>
              <a:t>Click to add title</a:t>
            </a:r>
          </a:p>
        </p:txBody>
      </p:sp>
    </p:spTree>
    <p:extLst>
      <p:ext uri="{BB962C8B-B14F-4D97-AF65-F5344CB8AC3E}">
        <p14:creationId xmlns:p14="http://schemas.microsoft.com/office/powerpoint/2010/main" val="180835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1DFB87B-D4AD-42B4-8993-D5BD0311CFF4}"/>
              </a:ext>
            </a:extLst>
          </p:cNvPr>
          <p:cNvSpPr>
            <a:spLocks noGrp="1"/>
          </p:cNvSpPr>
          <p:nvPr>
            <p:ph type="dt" sz="half" idx="10"/>
          </p:nvPr>
        </p:nvSpPr>
        <p:spPr/>
        <p:txBody>
          <a:bodyPr>
            <a:noAutofit/>
          </a:bodyPr>
          <a:lstStyle>
            <a:lvl1pPr>
              <a:defRPr>
                <a:solidFill>
                  <a:schemeClr val="bg2">
                    <a:lumMod val="50000"/>
                  </a:schemeClr>
                </a:solidFill>
              </a:defRPr>
            </a:lvl1pPr>
          </a:lstStyle>
          <a:p>
            <a:r>
              <a:rPr lang="en-US" dirty="0"/>
              <a:t>8/03/20XX</a:t>
            </a:r>
          </a:p>
        </p:txBody>
      </p:sp>
      <p:sp>
        <p:nvSpPr>
          <p:cNvPr id="4" name="Footer Placeholder 3">
            <a:extLst>
              <a:ext uri="{FF2B5EF4-FFF2-40B4-BE49-F238E27FC236}">
                <a16:creationId xmlns:a16="http://schemas.microsoft.com/office/drawing/2014/main" id="{DEBDA0E7-08C2-442E-A8B3-F1218B69F28B}"/>
              </a:ext>
            </a:extLst>
          </p:cNvPr>
          <p:cNvSpPr>
            <a:spLocks noGrp="1"/>
          </p:cNvSpPr>
          <p:nvPr>
            <p:ph type="ftr" sz="quarter" idx="11"/>
          </p:nvPr>
        </p:nvSpPr>
        <p:spPr/>
        <p:txBody>
          <a:bodyPr>
            <a:noAutofit/>
          </a:bodyPr>
          <a:lstStyle>
            <a:lvl1pPr>
              <a:defRPr>
                <a:solidFill>
                  <a:schemeClr val="bg2">
                    <a:lumMod val="5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869842E0-2E48-4C5C-9EC5-429BF2DA44B5}"/>
              </a:ext>
            </a:extLst>
          </p:cNvPr>
          <p:cNvSpPr>
            <a:spLocks noGrp="1"/>
          </p:cNvSpPr>
          <p:nvPr>
            <p:ph type="sldNum" sz="quarter" idx="12"/>
          </p:nvPr>
        </p:nvSpPr>
        <p:spPr/>
        <p:txBody>
          <a:bodyPr>
            <a:noAutofit/>
          </a:bodyPr>
          <a:lstStyle>
            <a:lvl1pPr>
              <a:defRPr>
                <a:solidFill>
                  <a:schemeClr val="bg2">
                    <a:lumMod val="50000"/>
                  </a:schemeClr>
                </a:solidFill>
              </a:defRPr>
            </a:lvl1pPr>
          </a:lstStyle>
          <a:p>
            <a:fld id="{BF860B6F-2FE3-4DE6-9496-980E987E7466}" type="slidenum">
              <a:rPr lang="en-US" smtClean="0"/>
              <a:pPr/>
              <a:t>‹#›</a:t>
            </a:fld>
            <a:endParaRPr lang="en-US" dirty="0"/>
          </a:p>
        </p:txBody>
      </p:sp>
      <p:sp>
        <p:nvSpPr>
          <p:cNvPr id="2" name="Rectangle 1">
            <a:extLst>
              <a:ext uri="{FF2B5EF4-FFF2-40B4-BE49-F238E27FC236}">
                <a16:creationId xmlns:a16="http://schemas.microsoft.com/office/drawing/2014/main" id="{AA3808EC-BC22-46D4-895E-0A67F6EE1907}"/>
              </a:ext>
            </a:extLst>
          </p:cNvPr>
          <p:cNvSpPr/>
          <p:nvPr userDrawn="1"/>
        </p:nvSpPr>
        <p:spPr>
          <a:xfrm>
            <a:off x="9393543" y="0"/>
            <a:ext cx="1855263" cy="445995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6783E2FE-F5EA-4C43-BC5B-23330B11D446}"/>
              </a:ext>
            </a:extLst>
          </p:cNvPr>
          <p:cNvSpPr>
            <a:spLocks noGrp="1"/>
          </p:cNvSpPr>
          <p:nvPr>
            <p:ph type="title" hasCustomPrompt="1"/>
          </p:nvPr>
        </p:nvSpPr>
        <p:spPr>
          <a:xfrm rot="5400000">
            <a:off x="8333552" y="3930709"/>
            <a:ext cx="3975244" cy="996551"/>
          </a:xfrm>
        </p:spPr>
        <p:txBody>
          <a:bodyPr/>
          <a:lstStyle>
            <a:lvl1pPr>
              <a:defRPr/>
            </a:lvl1pPr>
          </a:lstStyle>
          <a:p>
            <a:r>
              <a:rPr lang="en-US" dirty="0"/>
              <a:t>Click to add title</a:t>
            </a:r>
          </a:p>
        </p:txBody>
      </p:sp>
    </p:spTree>
    <p:extLst>
      <p:ext uri="{BB962C8B-B14F-4D97-AF65-F5344CB8AC3E}">
        <p14:creationId xmlns:p14="http://schemas.microsoft.com/office/powerpoint/2010/main" val="578592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0F7723-F5B1-4A97-921F-93E42B12D62B}"/>
              </a:ext>
            </a:extLst>
          </p:cNvPr>
          <p:cNvSpPr/>
          <p:nvPr userDrawn="1"/>
        </p:nvSpPr>
        <p:spPr>
          <a:xfrm>
            <a:off x="4659086" y="0"/>
            <a:ext cx="753291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E1670FDF-6533-4E3F-94A4-2548DA2F9C6C}"/>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DFDB69DE-3108-4A10-8EDD-EC2EF3F52F04}"/>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C49B337B-1B07-4B9D-9563-C5E433F8395A}"/>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9" name="Picture Placeholder 9">
            <a:extLst>
              <a:ext uri="{FF2B5EF4-FFF2-40B4-BE49-F238E27FC236}">
                <a16:creationId xmlns:a16="http://schemas.microsoft.com/office/drawing/2014/main" id="{FA44B00A-A50E-49C2-AE8C-E243734442AF}"/>
              </a:ext>
            </a:extLst>
          </p:cNvPr>
          <p:cNvSpPr>
            <a:spLocks noGrp="1"/>
          </p:cNvSpPr>
          <p:nvPr>
            <p:ph type="pic" sz="quarter" idx="14" hasCustomPrompt="1"/>
          </p:nvPr>
        </p:nvSpPr>
        <p:spPr>
          <a:xfrm>
            <a:off x="6031913" y="671944"/>
            <a:ext cx="2013133" cy="1697455"/>
          </a:xfrm>
          <a:prstGeom prst="rect">
            <a:avLst/>
          </a:prstGeom>
        </p:spPr>
        <p:txBody>
          <a:bodyPr>
            <a:noAutofit/>
          </a:bodyPr>
          <a:lstStyle>
            <a:lvl1pPr marL="0" indent="0" algn="ctr">
              <a:buNone/>
              <a:defRPr/>
            </a:lvl1pPr>
          </a:lstStyle>
          <a:p>
            <a:r>
              <a:rPr lang="en-US" dirty="0"/>
              <a:t>Click to add photo</a:t>
            </a:r>
          </a:p>
        </p:txBody>
      </p:sp>
      <p:sp>
        <p:nvSpPr>
          <p:cNvPr id="10" name="Text Placeholder 10">
            <a:extLst>
              <a:ext uri="{FF2B5EF4-FFF2-40B4-BE49-F238E27FC236}">
                <a16:creationId xmlns:a16="http://schemas.microsoft.com/office/drawing/2014/main" id="{300A1A7F-BD7F-4CB8-A8BD-C7DDCD62C9A8}"/>
              </a:ext>
            </a:extLst>
          </p:cNvPr>
          <p:cNvSpPr>
            <a:spLocks noGrp="1"/>
          </p:cNvSpPr>
          <p:nvPr>
            <p:ph type="body" sz="quarter" idx="18" hasCustomPrompt="1"/>
          </p:nvPr>
        </p:nvSpPr>
        <p:spPr>
          <a:xfrm>
            <a:off x="5794627" y="2426760"/>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dirty="0"/>
              <a:t>Add name</a:t>
            </a:r>
          </a:p>
        </p:txBody>
      </p:sp>
      <p:sp>
        <p:nvSpPr>
          <p:cNvPr id="11" name="Text Placeholder 10">
            <a:extLst>
              <a:ext uri="{FF2B5EF4-FFF2-40B4-BE49-F238E27FC236}">
                <a16:creationId xmlns:a16="http://schemas.microsoft.com/office/drawing/2014/main" id="{C4253CF9-87EA-4162-8CBD-63E10EBEB6E6}"/>
              </a:ext>
            </a:extLst>
          </p:cNvPr>
          <p:cNvSpPr>
            <a:spLocks noGrp="1"/>
          </p:cNvSpPr>
          <p:nvPr>
            <p:ph type="body" sz="quarter" idx="19" hasCustomPrompt="1"/>
          </p:nvPr>
        </p:nvSpPr>
        <p:spPr>
          <a:xfrm>
            <a:off x="5794627" y="2801755"/>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24" name="Picture Placeholder 9">
            <a:extLst>
              <a:ext uri="{FF2B5EF4-FFF2-40B4-BE49-F238E27FC236}">
                <a16:creationId xmlns:a16="http://schemas.microsoft.com/office/drawing/2014/main" id="{F099E8E6-E766-4B5B-8E98-7D92E8F91A95}"/>
              </a:ext>
            </a:extLst>
          </p:cNvPr>
          <p:cNvSpPr>
            <a:spLocks noGrp="1"/>
          </p:cNvSpPr>
          <p:nvPr>
            <p:ph type="pic" sz="quarter" idx="23" hasCustomPrompt="1"/>
          </p:nvPr>
        </p:nvSpPr>
        <p:spPr>
          <a:xfrm>
            <a:off x="9038065" y="671944"/>
            <a:ext cx="2013133" cy="1697455"/>
          </a:xfrm>
          <a:prstGeom prst="rect">
            <a:avLst/>
          </a:prstGeom>
        </p:spPr>
        <p:txBody>
          <a:bodyPr>
            <a:noAutofit/>
          </a:bodyPr>
          <a:lstStyle>
            <a:lvl1pPr marL="0" indent="0" algn="ctr">
              <a:buNone/>
              <a:defRPr/>
            </a:lvl1pPr>
          </a:lstStyle>
          <a:p>
            <a:r>
              <a:rPr lang="en-US" dirty="0"/>
              <a:t>Click to add photo</a:t>
            </a:r>
          </a:p>
        </p:txBody>
      </p:sp>
      <p:sp>
        <p:nvSpPr>
          <p:cNvPr id="30" name="Text Placeholder 10">
            <a:extLst>
              <a:ext uri="{FF2B5EF4-FFF2-40B4-BE49-F238E27FC236}">
                <a16:creationId xmlns:a16="http://schemas.microsoft.com/office/drawing/2014/main" id="{A3AC6007-1F43-4D93-842F-2E1F01D19B20}"/>
              </a:ext>
            </a:extLst>
          </p:cNvPr>
          <p:cNvSpPr>
            <a:spLocks noGrp="1"/>
          </p:cNvSpPr>
          <p:nvPr>
            <p:ph type="body" sz="quarter" idx="29" hasCustomPrompt="1"/>
          </p:nvPr>
        </p:nvSpPr>
        <p:spPr>
          <a:xfrm>
            <a:off x="8800779" y="2426197"/>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31" name="Text Placeholder 10">
            <a:extLst>
              <a:ext uri="{FF2B5EF4-FFF2-40B4-BE49-F238E27FC236}">
                <a16:creationId xmlns:a16="http://schemas.microsoft.com/office/drawing/2014/main" id="{85EC4308-1195-47F4-A415-8637701ADF8A}"/>
              </a:ext>
            </a:extLst>
          </p:cNvPr>
          <p:cNvSpPr>
            <a:spLocks noGrp="1"/>
          </p:cNvSpPr>
          <p:nvPr>
            <p:ph type="body" sz="quarter" idx="30" hasCustomPrompt="1"/>
          </p:nvPr>
        </p:nvSpPr>
        <p:spPr>
          <a:xfrm>
            <a:off x="8800779" y="2801192"/>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38" name="Picture Placeholder 9">
            <a:extLst>
              <a:ext uri="{FF2B5EF4-FFF2-40B4-BE49-F238E27FC236}">
                <a16:creationId xmlns:a16="http://schemas.microsoft.com/office/drawing/2014/main" id="{8E583185-DBE3-45E6-B367-B88C50A91CEA}"/>
              </a:ext>
            </a:extLst>
          </p:cNvPr>
          <p:cNvSpPr>
            <a:spLocks noGrp="1"/>
          </p:cNvSpPr>
          <p:nvPr>
            <p:ph type="pic" sz="quarter" idx="31" hasCustomPrompt="1"/>
          </p:nvPr>
        </p:nvSpPr>
        <p:spPr>
          <a:xfrm>
            <a:off x="6031913" y="3494316"/>
            <a:ext cx="2013133" cy="1697455"/>
          </a:xfrm>
          <a:prstGeom prst="rect">
            <a:avLst/>
          </a:prstGeom>
        </p:spPr>
        <p:txBody>
          <a:bodyPr>
            <a:noAutofit/>
          </a:bodyPr>
          <a:lstStyle>
            <a:lvl1pPr marL="0" indent="0" algn="ctr">
              <a:buNone/>
              <a:defRPr/>
            </a:lvl1pPr>
          </a:lstStyle>
          <a:p>
            <a:r>
              <a:rPr lang="en-US" dirty="0"/>
              <a:t>Click to add photo</a:t>
            </a:r>
          </a:p>
        </p:txBody>
      </p:sp>
      <p:sp>
        <p:nvSpPr>
          <p:cNvPr id="39" name="Text Placeholder 10">
            <a:extLst>
              <a:ext uri="{FF2B5EF4-FFF2-40B4-BE49-F238E27FC236}">
                <a16:creationId xmlns:a16="http://schemas.microsoft.com/office/drawing/2014/main" id="{0B472BE4-F051-416A-AFCF-53E847C3E546}"/>
              </a:ext>
            </a:extLst>
          </p:cNvPr>
          <p:cNvSpPr>
            <a:spLocks noGrp="1"/>
          </p:cNvSpPr>
          <p:nvPr>
            <p:ph type="body" sz="quarter" idx="32" hasCustomPrompt="1"/>
          </p:nvPr>
        </p:nvSpPr>
        <p:spPr>
          <a:xfrm>
            <a:off x="5794627" y="5249132"/>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40" name="Text Placeholder 10">
            <a:extLst>
              <a:ext uri="{FF2B5EF4-FFF2-40B4-BE49-F238E27FC236}">
                <a16:creationId xmlns:a16="http://schemas.microsoft.com/office/drawing/2014/main" id="{FF4A7512-D4D0-4D2E-A300-C5EE0AC2EC89}"/>
              </a:ext>
            </a:extLst>
          </p:cNvPr>
          <p:cNvSpPr>
            <a:spLocks noGrp="1"/>
          </p:cNvSpPr>
          <p:nvPr>
            <p:ph type="body" sz="quarter" idx="33" hasCustomPrompt="1"/>
          </p:nvPr>
        </p:nvSpPr>
        <p:spPr>
          <a:xfrm>
            <a:off x="5794627" y="5624127"/>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41" name="Picture Placeholder 9">
            <a:extLst>
              <a:ext uri="{FF2B5EF4-FFF2-40B4-BE49-F238E27FC236}">
                <a16:creationId xmlns:a16="http://schemas.microsoft.com/office/drawing/2014/main" id="{7CBE80F1-F6E2-416E-9F4A-EBE15E0F94A5}"/>
              </a:ext>
            </a:extLst>
          </p:cNvPr>
          <p:cNvSpPr>
            <a:spLocks noGrp="1"/>
          </p:cNvSpPr>
          <p:nvPr>
            <p:ph type="pic" sz="quarter" idx="34" hasCustomPrompt="1"/>
          </p:nvPr>
        </p:nvSpPr>
        <p:spPr>
          <a:xfrm>
            <a:off x="9038065" y="3494316"/>
            <a:ext cx="2013133" cy="1697455"/>
          </a:xfrm>
          <a:prstGeom prst="rect">
            <a:avLst/>
          </a:prstGeom>
        </p:spPr>
        <p:txBody>
          <a:bodyPr>
            <a:noAutofit/>
          </a:bodyPr>
          <a:lstStyle>
            <a:lvl1pPr marL="0" indent="0" algn="ctr">
              <a:buNone/>
              <a:defRPr/>
            </a:lvl1pPr>
          </a:lstStyle>
          <a:p>
            <a:r>
              <a:rPr lang="en-US" dirty="0"/>
              <a:t>Click to add photo</a:t>
            </a:r>
          </a:p>
        </p:txBody>
      </p:sp>
      <p:sp>
        <p:nvSpPr>
          <p:cNvPr id="42" name="Text Placeholder 10">
            <a:extLst>
              <a:ext uri="{FF2B5EF4-FFF2-40B4-BE49-F238E27FC236}">
                <a16:creationId xmlns:a16="http://schemas.microsoft.com/office/drawing/2014/main" id="{B9A76D07-863C-4818-9D9C-99B8F83B8F41}"/>
              </a:ext>
            </a:extLst>
          </p:cNvPr>
          <p:cNvSpPr>
            <a:spLocks noGrp="1"/>
          </p:cNvSpPr>
          <p:nvPr>
            <p:ph type="body" sz="quarter" idx="35" hasCustomPrompt="1"/>
          </p:nvPr>
        </p:nvSpPr>
        <p:spPr>
          <a:xfrm>
            <a:off x="8800779" y="5248569"/>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43" name="Text Placeholder 10">
            <a:extLst>
              <a:ext uri="{FF2B5EF4-FFF2-40B4-BE49-F238E27FC236}">
                <a16:creationId xmlns:a16="http://schemas.microsoft.com/office/drawing/2014/main" id="{822CAEC7-C513-41B6-9F77-3D5481F849EE}"/>
              </a:ext>
            </a:extLst>
          </p:cNvPr>
          <p:cNvSpPr>
            <a:spLocks noGrp="1"/>
          </p:cNvSpPr>
          <p:nvPr>
            <p:ph type="body" sz="quarter" idx="36" hasCustomPrompt="1"/>
          </p:nvPr>
        </p:nvSpPr>
        <p:spPr>
          <a:xfrm>
            <a:off x="8800779" y="5623564"/>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2" name="Title 1">
            <a:extLst>
              <a:ext uri="{FF2B5EF4-FFF2-40B4-BE49-F238E27FC236}">
                <a16:creationId xmlns:a16="http://schemas.microsoft.com/office/drawing/2014/main" id="{2CC03895-E987-4148-AB13-798D65CB7B03}"/>
              </a:ext>
            </a:extLst>
          </p:cNvPr>
          <p:cNvSpPr>
            <a:spLocks noGrp="1"/>
          </p:cNvSpPr>
          <p:nvPr>
            <p:ph type="title" hasCustomPrompt="1"/>
          </p:nvPr>
        </p:nvSpPr>
        <p:spPr>
          <a:xfrm rot="16200000">
            <a:off x="2238083" y="2746661"/>
            <a:ext cx="4907372" cy="107615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2289745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64182B-9BBA-4B44-BC53-045107E9371D}"/>
              </a:ext>
            </a:extLst>
          </p:cNvPr>
          <p:cNvSpPr/>
          <p:nvPr userDrawn="1"/>
        </p:nvSpPr>
        <p:spPr>
          <a:xfrm>
            <a:off x="2754086" y="0"/>
            <a:ext cx="943791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07DA1795-FD62-4E99-989E-A14C0571A741}"/>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0F25EE35-717E-4E9F-A75B-366341B39E7B}"/>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43C606A6-DC50-4DDF-8621-3D530D52B5E4}"/>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8" name="Picture Placeholder 9">
            <a:extLst>
              <a:ext uri="{FF2B5EF4-FFF2-40B4-BE49-F238E27FC236}">
                <a16:creationId xmlns:a16="http://schemas.microsoft.com/office/drawing/2014/main" id="{9DE112EE-5EA4-49AF-8AF9-754D30C1448E}"/>
              </a:ext>
            </a:extLst>
          </p:cNvPr>
          <p:cNvSpPr>
            <a:spLocks noGrp="1"/>
          </p:cNvSpPr>
          <p:nvPr>
            <p:ph type="pic" sz="quarter" idx="14" hasCustomPrompt="1"/>
          </p:nvPr>
        </p:nvSpPr>
        <p:spPr>
          <a:xfrm>
            <a:off x="375845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9" name="Text Placeholder 10">
            <a:extLst>
              <a:ext uri="{FF2B5EF4-FFF2-40B4-BE49-F238E27FC236}">
                <a16:creationId xmlns:a16="http://schemas.microsoft.com/office/drawing/2014/main" id="{63210BF0-55FD-4D41-9458-4492BAD292AE}"/>
              </a:ext>
            </a:extLst>
          </p:cNvPr>
          <p:cNvSpPr>
            <a:spLocks noGrp="1"/>
          </p:cNvSpPr>
          <p:nvPr>
            <p:ph type="body" sz="quarter" idx="18" hasCustomPrompt="1"/>
          </p:nvPr>
        </p:nvSpPr>
        <p:spPr>
          <a:xfrm>
            <a:off x="347495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10" name="Text Placeholder 10">
            <a:extLst>
              <a:ext uri="{FF2B5EF4-FFF2-40B4-BE49-F238E27FC236}">
                <a16:creationId xmlns:a16="http://schemas.microsoft.com/office/drawing/2014/main" id="{A739369F-4EDD-4B19-8395-084759667B62}"/>
              </a:ext>
            </a:extLst>
          </p:cNvPr>
          <p:cNvSpPr>
            <a:spLocks noGrp="1"/>
          </p:cNvSpPr>
          <p:nvPr>
            <p:ph type="body" sz="quarter" idx="19" hasCustomPrompt="1"/>
          </p:nvPr>
        </p:nvSpPr>
        <p:spPr>
          <a:xfrm>
            <a:off x="347495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17" name="Picture Placeholder 9">
            <a:extLst>
              <a:ext uri="{FF2B5EF4-FFF2-40B4-BE49-F238E27FC236}">
                <a16:creationId xmlns:a16="http://schemas.microsoft.com/office/drawing/2014/main" id="{A72E3657-9D29-484E-819B-67EA4ADC474B}"/>
              </a:ext>
            </a:extLst>
          </p:cNvPr>
          <p:cNvSpPr>
            <a:spLocks noGrp="1"/>
          </p:cNvSpPr>
          <p:nvPr>
            <p:ph type="pic" sz="quarter" idx="20" hasCustomPrompt="1"/>
          </p:nvPr>
        </p:nvSpPr>
        <p:spPr>
          <a:xfrm>
            <a:off x="585879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18" name="Text Placeholder 10">
            <a:extLst>
              <a:ext uri="{FF2B5EF4-FFF2-40B4-BE49-F238E27FC236}">
                <a16:creationId xmlns:a16="http://schemas.microsoft.com/office/drawing/2014/main" id="{3E59867B-1A93-4A9B-9C2E-AE7B5FCF5109}"/>
              </a:ext>
            </a:extLst>
          </p:cNvPr>
          <p:cNvSpPr>
            <a:spLocks noGrp="1"/>
          </p:cNvSpPr>
          <p:nvPr>
            <p:ph type="body" sz="quarter" idx="21" hasCustomPrompt="1"/>
          </p:nvPr>
        </p:nvSpPr>
        <p:spPr>
          <a:xfrm>
            <a:off x="557529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19" name="Text Placeholder 10">
            <a:extLst>
              <a:ext uri="{FF2B5EF4-FFF2-40B4-BE49-F238E27FC236}">
                <a16:creationId xmlns:a16="http://schemas.microsoft.com/office/drawing/2014/main" id="{690192BD-CD3C-44D3-9A9A-8782B80F765D}"/>
              </a:ext>
            </a:extLst>
          </p:cNvPr>
          <p:cNvSpPr>
            <a:spLocks noGrp="1"/>
          </p:cNvSpPr>
          <p:nvPr>
            <p:ph type="body" sz="quarter" idx="22" hasCustomPrompt="1"/>
          </p:nvPr>
        </p:nvSpPr>
        <p:spPr>
          <a:xfrm>
            <a:off x="557529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0" name="Picture Placeholder 9">
            <a:extLst>
              <a:ext uri="{FF2B5EF4-FFF2-40B4-BE49-F238E27FC236}">
                <a16:creationId xmlns:a16="http://schemas.microsoft.com/office/drawing/2014/main" id="{75E378BE-4D71-48F2-BA16-CCF8158EF7E8}"/>
              </a:ext>
            </a:extLst>
          </p:cNvPr>
          <p:cNvSpPr>
            <a:spLocks noGrp="1"/>
          </p:cNvSpPr>
          <p:nvPr>
            <p:ph type="pic" sz="quarter" idx="23" hasCustomPrompt="1"/>
          </p:nvPr>
        </p:nvSpPr>
        <p:spPr>
          <a:xfrm>
            <a:off x="795913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21" name="Text Placeholder 10">
            <a:extLst>
              <a:ext uri="{FF2B5EF4-FFF2-40B4-BE49-F238E27FC236}">
                <a16:creationId xmlns:a16="http://schemas.microsoft.com/office/drawing/2014/main" id="{80F28DC9-C26A-4D42-8BFA-540BB696E04D}"/>
              </a:ext>
            </a:extLst>
          </p:cNvPr>
          <p:cNvSpPr>
            <a:spLocks noGrp="1"/>
          </p:cNvSpPr>
          <p:nvPr>
            <p:ph type="body" sz="quarter" idx="24" hasCustomPrompt="1"/>
          </p:nvPr>
        </p:nvSpPr>
        <p:spPr>
          <a:xfrm>
            <a:off x="767563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9642AD6D-085C-424D-B340-7731A4F95D4A}"/>
              </a:ext>
            </a:extLst>
          </p:cNvPr>
          <p:cNvSpPr>
            <a:spLocks noGrp="1"/>
          </p:cNvSpPr>
          <p:nvPr>
            <p:ph type="body" sz="quarter" idx="25" hasCustomPrompt="1"/>
          </p:nvPr>
        </p:nvSpPr>
        <p:spPr>
          <a:xfrm>
            <a:off x="767563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3" name="Picture Placeholder 9">
            <a:extLst>
              <a:ext uri="{FF2B5EF4-FFF2-40B4-BE49-F238E27FC236}">
                <a16:creationId xmlns:a16="http://schemas.microsoft.com/office/drawing/2014/main" id="{9CD02B3D-3B05-4CE4-98EF-4772E813751D}"/>
              </a:ext>
            </a:extLst>
          </p:cNvPr>
          <p:cNvSpPr>
            <a:spLocks noGrp="1"/>
          </p:cNvSpPr>
          <p:nvPr>
            <p:ph type="pic" sz="quarter" idx="26" hasCustomPrompt="1"/>
          </p:nvPr>
        </p:nvSpPr>
        <p:spPr>
          <a:xfrm>
            <a:off x="10059471"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24" name="Text Placeholder 10">
            <a:extLst>
              <a:ext uri="{FF2B5EF4-FFF2-40B4-BE49-F238E27FC236}">
                <a16:creationId xmlns:a16="http://schemas.microsoft.com/office/drawing/2014/main" id="{758AF150-35C5-4E99-97F8-798A80E52A7C}"/>
              </a:ext>
            </a:extLst>
          </p:cNvPr>
          <p:cNvSpPr>
            <a:spLocks noGrp="1"/>
          </p:cNvSpPr>
          <p:nvPr>
            <p:ph type="body" sz="quarter" idx="27" hasCustomPrompt="1"/>
          </p:nvPr>
        </p:nvSpPr>
        <p:spPr>
          <a:xfrm>
            <a:off x="9775977"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5" name="Text Placeholder 10">
            <a:extLst>
              <a:ext uri="{FF2B5EF4-FFF2-40B4-BE49-F238E27FC236}">
                <a16:creationId xmlns:a16="http://schemas.microsoft.com/office/drawing/2014/main" id="{B02EB253-A55A-4EC6-A5A8-ABACCF75D015}"/>
              </a:ext>
            </a:extLst>
          </p:cNvPr>
          <p:cNvSpPr>
            <a:spLocks noGrp="1"/>
          </p:cNvSpPr>
          <p:nvPr>
            <p:ph type="body" sz="quarter" idx="28" hasCustomPrompt="1"/>
          </p:nvPr>
        </p:nvSpPr>
        <p:spPr>
          <a:xfrm>
            <a:off x="9775977"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6" name="Picture Placeholder 9">
            <a:extLst>
              <a:ext uri="{FF2B5EF4-FFF2-40B4-BE49-F238E27FC236}">
                <a16:creationId xmlns:a16="http://schemas.microsoft.com/office/drawing/2014/main" id="{1A02BB49-28DB-48E5-8959-D36C9840302C}"/>
              </a:ext>
            </a:extLst>
          </p:cNvPr>
          <p:cNvSpPr>
            <a:spLocks noGrp="1"/>
          </p:cNvSpPr>
          <p:nvPr>
            <p:ph type="pic" sz="quarter" idx="29" hasCustomPrompt="1"/>
          </p:nvPr>
        </p:nvSpPr>
        <p:spPr>
          <a:xfrm>
            <a:off x="375845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27" name="Text Placeholder 10">
            <a:extLst>
              <a:ext uri="{FF2B5EF4-FFF2-40B4-BE49-F238E27FC236}">
                <a16:creationId xmlns:a16="http://schemas.microsoft.com/office/drawing/2014/main" id="{03C6BE33-794C-464D-886A-DB31DC137B0D}"/>
              </a:ext>
            </a:extLst>
          </p:cNvPr>
          <p:cNvSpPr>
            <a:spLocks noGrp="1"/>
          </p:cNvSpPr>
          <p:nvPr>
            <p:ph type="body" sz="quarter" idx="30" hasCustomPrompt="1"/>
          </p:nvPr>
        </p:nvSpPr>
        <p:spPr>
          <a:xfrm>
            <a:off x="347495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8" name="Text Placeholder 10">
            <a:extLst>
              <a:ext uri="{FF2B5EF4-FFF2-40B4-BE49-F238E27FC236}">
                <a16:creationId xmlns:a16="http://schemas.microsoft.com/office/drawing/2014/main" id="{51088B84-C9AE-4E0F-BE0B-7691872F7898}"/>
              </a:ext>
            </a:extLst>
          </p:cNvPr>
          <p:cNvSpPr>
            <a:spLocks noGrp="1"/>
          </p:cNvSpPr>
          <p:nvPr>
            <p:ph type="body" sz="quarter" idx="31" hasCustomPrompt="1"/>
          </p:nvPr>
        </p:nvSpPr>
        <p:spPr>
          <a:xfrm>
            <a:off x="347495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9" name="Picture Placeholder 9">
            <a:extLst>
              <a:ext uri="{FF2B5EF4-FFF2-40B4-BE49-F238E27FC236}">
                <a16:creationId xmlns:a16="http://schemas.microsoft.com/office/drawing/2014/main" id="{EC807298-9742-4D0C-86D4-A25C5ED3069C}"/>
              </a:ext>
            </a:extLst>
          </p:cNvPr>
          <p:cNvSpPr>
            <a:spLocks noGrp="1"/>
          </p:cNvSpPr>
          <p:nvPr>
            <p:ph type="pic" sz="quarter" idx="32" hasCustomPrompt="1"/>
          </p:nvPr>
        </p:nvSpPr>
        <p:spPr>
          <a:xfrm>
            <a:off x="585879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0" name="Text Placeholder 10">
            <a:extLst>
              <a:ext uri="{FF2B5EF4-FFF2-40B4-BE49-F238E27FC236}">
                <a16:creationId xmlns:a16="http://schemas.microsoft.com/office/drawing/2014/main" id="{7B94081A-B2B7-439C-B7CA-91A63FB88DF1}"/>
              </a:ext>
            </a:extLst>
          </p:cNvPr>
          <p:cNvSpPr>
            <a:spLocks noGrp="1"/>
          </p:cNvSpPr>
          <p:nvPr>
            <p:ph type="body" sz="quarter" idx="33" hasCustomPrompt="1"/>
          </p:nvPr>
        </p:nvSpPr>
        <p:spPr>
          <a:xfrm>
            <a:off x="557529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1" name="Text Placeholder 10">
            <a:extLst>
              <a:ext uri="{FF2B5EF4-FFF2-40B4-BE49-F238E27FC236}">
                <a16:creationId xmlns:a16="http://schemas.microsoft.com/office/drawing/2014/main" id="{875898E2-098E-4BDE-8BA8-C1D0755D7EB9}"/>
              </a:ext>
            </a:extLst>
          </p:cNvPr>
          <p:cNvSpPr>
            <a:spLocks noGrp="1"/>
          </p:cNvSpPr>
          <p:nvPr>
            <p:ph type="body" sz="quarter" idx="34" hasCustomPrompt="1"/>
          </p:nvPr>
        </p:nvSpPr>
        <p:spPr>
          <a:xfrm>
            <a:off x="557529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2" name="Picture Placeholder 9">
            <a:extLst>
              <a:ext uri="{FF2B5EF4-FFF2-40B4-BE49-F238E27FC236}">
                <a16:creationId xmlns:a16="http://schemas.microsoft.com/office/drawing/2014/main" id="{EEB78526-379C-43C5-ABE7-2F184FC309A1}"/>
              </a:ext>
            </a:extLst>
          </p:cNvPr>
          <p:cNvSpPr>
            <a:spLocks noGrp="1"/>
          </p:cNvSpPr>
          <p:nvPr>
            <p:ph type="pic" sz="quarter" idx="35" hasCustomPrompt="1"/>
          </p:nvPr>
        </p:nvSpPr>
        <p:spPr>
          <a:xfrm>
            <a:off x="795913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3" name="Text Placeholder 10">
            <a:extLst>
              <a:ext uri="{FF2B5EF4-FFF2-40B4-BE49-F238E27FC236}">
                <a16:creationId xmlns:a16="http://schemas.microsoft.com/office/drawing/2014/main" id="{FAA9378E-4336-4D84-9033-052E57D5470C}"/>
              </a:ext>
            </a:extLst>
          </p:cNvPr>
          <p:cNvSpPr>
            <a:spLocks noGrp="1"/>
          </p:cNvSpPr>
          <p:nvPr>
            <p:ph type="body" sz="quarter" idx="36" hasCustomPrompt="1"/>
          </p:nvPr>
        </p:nvSpPr>
        <p:spPr>
          <a:xfrm>
            <a:off x="767563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4" name="Text Placeholder 10">
            <a:extLst>
              <a:ext uri="{FF2B5EF4-FFF2-40B4-BE49-F238E27FC236}">
                <a16:creationId xmlns:a16="http://schemas.microsoft.com/office/drawing/2014/main" id="{4AF0D6AA-392E-489E-8457-370F653057E9}"/>
              </a:ext>
            </a:extLst>
          </p:cNvPr>
          <p:cNvSpPr>
            <a:spLocks noGrp="1"/>
          </p:cNvSpPr>
          <p:nvPr>
            <p:ph type="body" sz="quarter" idx="37" hasCustomPrompt="1"/>
          </p:nvPr>
        </p:nvSpPr>
        <p:spPr>
          <a:xfrm>
            <a:off x="767563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5" name="Picture Placeholder 9">
            <a:extLst>
              <a:ext uri="{FF2B5EF4-FFF2-40B4-BE49-F238E27FC236}">
                <a16:creationId xmlns:a16="http://schemas.microsoft.com/office/drawing/2014/main" id="{515D701A-667D-41D8-B25B-72B088C7E9E4}"/>
              </a:ext>
            </a:extLst>
          </p:cNvPr>
          <p:cNvSpPr>
            <a:spLocks noGrp="1"/>
          </p:cNvSpPr>
          <p:nvPr>
            <p:ph type="pic" sz="quarter" idx="38" hasCustomPrompt="1"/>
          </p:nvPr>
        </p:nvSpPr>
        <p:spPr>
          <a:xfrm>
            <a:off x="10059471"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6" name="Text Placeholder 10">
            <a:extLst>
              <a:ext uri="{FF2B5EF4-FFF2-40B4-BE49-F238E27FC236}">
                <a16:creationId xmlns:a16="http://schemas.microsoft.com/office/drawing/2014/main" id="{D0AB2C67-89B8-459B-BB18-3655BA5AB355}"/>
              </a:ext>
            </a:extLst>
          </p:cNvPr>
          <p:cNvSpPr>
            <a:spLocks noGrp="1"/>
          </p:cNvSpPr>
          <p:nvPr>
            <p:ph type="body" sz="quarter" idx="39" hasCustomPrompt="1"/>
          </p:nvPr>
        </p:nvSpPr>
        <p:spPr>
          <a:xfrm>
            <a:off x="9775977"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88DB254D-C387-4A49-A475-DA300A713177}"/>
              </a:ext>
            </a:extLst>
          </p:cNvPr>
          <p:cNvSpPr>
            <a:spLocks noGrp="1"/>
          </p:cNvSpPr>
          <p:nvPr>
            <p:ph type="body" sz="quarter" idx="40" hasCustomPrompt="1"/>
          </p:nvPr>
        </p:nvSpPr>
        <p:spPr>
          <a:xfrm>
            <a:off x="9775977"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8" name="Title 1">
            <a:extLst>
              <a:ext uri="{FF2B5EF4-FFF2-40B4-BE49-F238E27FC236}">
                <a16:creationId xmlns:a16="http://schemas.microsoft.com/office/drawing/2014/main" id="{3C00339E-E516-47A3-98FD-7904488645B5}"/>
              </a:ext>
            </a:extLst>
          </p:cNvPr>
          <p:cNvSpPr>
            <a:spLocks noGrp="1"/>
          </p:cNvSpPr>
          <p:nvPr>
            <p:ph type="title" hasCustomPrompt="1"/>
          </p:nvPr>
        </p:nvSpPr>
        <p:spPr>
          <a:xfrm rot="16200000">
            <a:off x="332219" y="2746661"/>
            <a:ext cx="4907372" cy="107615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710110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E516B3E-BF5D-4CBE-AA15-FEAD2B0B9811}"/>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9AC6F15C-2031-4B28-91FF-8532EFEE84D6}"/>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12847681-AA55-4F94-8741-812FB362831F}"/>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26" name="Rectangle 25">
            <a:extLst>
              <a:ext uri="{FF2B5EF4-FFF2-40B4-BE49-F238E27FC236}">
                <a16:creationId xmlns:a16="http://schemas.microsoft.com/office/drawing/2014/main" id="{0FB5880F-F841-4DE6-B266-C373510AF249}"/>
              </a:ext>
            </a:extLst>
          </p:cNvPr>
          <p:cNvSpPr/>
          <p:nvPr userDrawn="1"/>
        </p:nvSpPr>
        <p:spPr>
          <a:xfrm rot="5400000">
            <a:off x="9766385" y="-1006534"/>
            <a:ext cx="972645" cy="392429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8" name="Text Placeholder 10">
            <a:extLst>
              <a:ext uri="{FF2B5EF4-FFF2-40B4-BE49-F238E27FC236}">
                <a16:creationId xmlns:a16="http://schemas.microsoft.com/office/drawing/2014/main" id="{388B7164-58B7-4BB5-998B-0E7F664D9290}"/>
              </a:ext>
            </a:extLst>
          </p:cNvPr>
          <p:cNvSpPr>
            <a:spLocks noGrp="1"/>
          </p:cNvSpPr>
          <p:nvPr>
            <p:ph type="body" sz="quarter" idx="25" hasCustomPrompt="1"/>
          </p:nvPr>
        </p:nvSpPr>
        <p:spPr>
          <a:xfrm rot="16200000">
            <a:off x="562550" y="3063183"/>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29" name="Text Placeholder 10">
            <a:extLst>
              <a:ext uri="{FF2B5EF4-FFF2-40B4-BE49-F238E27FC236}">
                <a16:creationId xmlns:a16="http://schemas.microsoft.com/office/drawing/2014/main" id="{4CB6F5B2-F117-4AD5-9C54-96006D152F19}"/>
              </a:ext>
            </a:extLst>
          </p:cNvPr>
          <p:cNvSpPr>
            <a:spLocks noGrp="1"/>
          </p:cNvSpPr>
          <p:nvPr>
            <p:ph type="body" sz="quarter" idx="26" hasCustomPrompt="1"/>
          </p:nvPr>
        </p:nvSpPr>
        <p:spPr>
          <a:xfrm rot="16200000">
            <a:off x="3226739" y="3063183"/>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0" name="Text Placeholder 10">
            <a:extLst>
              <a:ext uri="{FF2B5EF4-FFF2-40B4-BE49-F238E27FC236}">
                <a16:creationId xmlns:a16="http://schemas.microsoft.com/office/drawing/2014/main" id="{60636773-D205-448C-8DD8-8BBC3AFC2568}"/>
              </a:ext>
            </a:extLst>
          </p:cNvPr>
          <p:cNvSpPr>
            <a:spLocks noGrp="1"/>
          </p:cNvSpPr>
          <p:nvPr>
            <p:ph type="body" sz="quarter" idx="27" hasCustomPrompt="1"/>
          </p:nvPr>
        </p:nvSpPr>
        <p:spPr>
          <a:xfrm rot="16200000">
            <a:off x="5857430" y="3063181"/>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1" name="Text Placeholder 10">
            <a:extLst>
              <a:ext uri="{FF2B5EF4-FFF2-40B4-BE49-F238E27FC236}">
                <a16:creationId xmlns:a16="http://schemas.microsoft.com/office/drawing/2014/main" id="{6CD4F0A7-B003-44EA-AD28-A4B13CCE892C}"/>
              </a:ext>
            </a:extLst>
          </p:cNvPr>
          <p:cNvSpPr>
            <a:spLocks noGrp="1"/>
          </p:cNvSpPr>
          <p:nvPr>
            <p:ph type="body" sz="quarter" idx="28" hasCustomPrompt="1"/>
          </p:nvPr>
        </p:nvSpPr>
        <p:spPr>
          <a:xfrm rot="16200000">
            <a:off x="8520742" y="3063180"/>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2" name="Text Placeholder 10">
            <a:extLst>
              <a:ext uri="{FF2B5EF4-FFF2-40B4-BE49-F238E27FC236}">
                <a16:creationId xmlns:a16="http://schemas.microsoft.com/office/drawing/2014/main" id="{3CEEA233-6913-4525-8B47-39C2814EEF45}"/>
              </a:ext>
            </a:extLst>
          </p:cNvPr>
          <p:cNvSpPr>
            <a:spLocks noGrp="1"/>
          </p:cNvSpPr>
          <p:nvPr>
            <p:ph type="body" sz="quarter" idx="16" hasCustomPrompt="1"/>
          </p:nvPr>
        </p:nvSpPr>
        <p:spPr>
          <a:xfrm>
            <a:off x="838200"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3" name="Text Placeholder 10">
            <a:extLst>
              <a:ext uri="{FF2B5EF4-FFF2-40B4-BE49-F238E27FC236}">
                <a16:creationId xmlns:a16="http://schemas.microsoft.com/office/drawing/2014/main" id="{718C63E6-2425-4D8D-99C9-99B35F978A8F}"/>
              </a:ext>
            </a:extLst>
          </p:cNvPr>
          <p:cNvSpPr>
            <a:spLocks noGrp="1"/>
          </p:cNvSpPr>
          <p:nvPr>
            <p:ph type="body" sz="quarter" idx="17" hasCustomPrompt="1"/>
          </p:nvPr>
        </p:nvSpPr>
        <p:spPr>
          <a:xfrm>
            <a:off x="838200"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4" name="Text Placeholder 10">
            <a:extLst>
              <a:ext uri="{FF2B5EF4-FFF2-40B4-BE49-F238E27FC236}">
                <a16:creationId xmlns:a16="http://schemas.microsoft.com/office/drawing/2014/main" id="{AEB3CF35-C4EC-42DA-B265-89015DF03501}"/>
              </a:ext>
            </a:extLst>
          </p:cNvPr>
          <p:cNvSpPr>
            <a:spLocks noGrp="1"/>
          </p:cNvSpPr>
          <p:nvPr>
            <p:ph type="body" sz="quarter" idx="29" hasCustomPrompt="1"/>
          </p:nvPr>
        </p:nvSpPr>
        <p:spPr>
          <a:xfrm>
            <a:off x="3536069"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5" name="Text Placeholder 10">
            <a:extLst>
              <a:ext uri="{FF2B5EF4-FFF2-40B4-BE49-F238E27FC236}">
                <a16:creationId xmlns:a16="http://schemas.microsoft.com/office/drawing/2014/main" id="{A1B05A3F-5647-4FA8-AAB1-0438B6F6DD11}"/>
              </a:ext>
            </a:extLst>
          </p:cNvPr>
          <p:cNvSpPr>
            <a:spLocks noGrp="1"/>
          </p:cNvSpPr>
          <p:nvPr>
            <p:ph type="body" sz="quarter" idx="30" hasCustomPrompt="1"/>
          </p:nvPr>
        </p:nvSpPr>
        <p:spPr>
          <a:xfrm>
            <a:off x="3536069"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6" name="Text Placeholder 10">
            <a:extLst>
              <a:ext uri="{FF2B5EF4-FFF2-40B4-BE49-F238E27FC236}">
                <a16:creationId xmlns:a16="http://schemas.microsoft.com/office/drawing/2014/main" id="{67059F7A-88D8-4E2F-A6F4-6CF5F194D54E}"/>
              </a:ext>
            </a:extLst>
          </p:cNvPr>
          <p:cNvSpPr>
            <a:spLocks noGrp="1"/>
          </p:cNvSpPr>
          <p:nvPr>
            <p:ph type="body" sz="quarter" idx="31" hasCustomPrompt="1"/>
          </p:nvPr>
        </p:nvSpPr>
        <p:spPr>
          <a:xfrm>
            <a:off x="6211909"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7" name="Text Placeholder 10">
            <a:extLst>
              <a:ext uri="{FF2B5EF4-FFF2-40B4-BE49-F238E27FC236}">
                <a16:creationId xmlns:a16="http://schemas.microsoft.com/office/drawing/2014/main" id="{CB25228C-31FC-4E25-80B1-8FAD0909BE75}"/>
              </a:ext>
            </a:extLst>
          </p:cNvPr>
          <p:cNvSpPr>
            <a:spLocks noGrp="1"/>
          </p:cNvSpPr>
          <p:nvPr>
            <p:ph type="body" sz="quarter" idx="32" hasCustomPrompt="1"/>
          </p:nvPr>
        </p:nvSpPr>
        <p:spPr>
          <a:xfrm>
            <a:off x="6211909"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8" name="Text Placeholder 10">
            <a:extLst>
              <a:ext uri="{FF2B5EF4-FFF2-40B4-BE49-F238E27FC236}">
                <a16:creationId xmlns:a16="http://schemas.microsoft.com/office/drawing/2014/main" id="{E3BCA350-B685-4ADC-9FC8-231807297673}"/>
              </a:ext>
            </a:extLst>
          </p:cNvPr>
          <p:cNvSpPr>
            <a:spLocks noGrp="1"/>
          </p:cNvSpPr>
          <p:nvPr>
            <p:ph type="body" sz="quarter" idx="33" hasCustomPrompt="1"/>
          </p:nvPr>
        </p:nvSpPr>
        <p:spPr>
          <a:xfrm>
            <a:off x="8904516"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9" name="Text Placeholder 10">
            <a:extLst>
              <a:ext uri="{FF2B5EF4-FFF2-40B4-BE49-F238E27FC236}">
                <a16:creationId xmlns:a16="http://schemas.microsoft.com/office/drawing/2014/main" id="{F75319BC-EF3B-4B55-9663-E04ED5DBC88C}"/>
              </a:ext>
            </a:extLst>
          </p:cNvPr>
          <p:cNvSpPr>
            <a:spLocks noGrp="1"/>
          </p:cNvSpPr>
          <p:nvPr>
            <p:ph type="body" sz="quarter" idx="34" hasCustomPrompt="1"/>
          </p:nvPr>
        </p:nvSpPr>
        <p:spPr>
          <a:xfrm>
            <a:off x="8904516"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19" name="Title 1">
            <a:extLst>
              <a:ext uri="{FF2B5EF4-FFF2-40B4-BE49-F238E27FC236}">
                <a16:creationId xmlns:a16="http://schemas.microsoft.com/office/drawing/2014/main" id="{FE10C144-C9A1-43BD-9C8A-183A065E24FD}"/>
              </a:ext>
            </a:extLst>
          </p:cNvPr>
          <p:cNvSpPr>
            <a:spLocks noGrp="1"/>
          </p:cNvSpPr>
          <p:nvPr>
            <p:ph type="title" hasCustomPrompt="1"/>
          </p:nvPr>
        </p:nvSpPr>
        <p:spPr>
          <a:xfrm>
            <a:off x="5827694" y="658420"/>
            <a:ext cx="3472731" cy="665965"/>
          </a:xfrm>
        </p:spPr>
        <p:txBody>
          <a:bodyPr/>
          <a:lstStyle>
            <a:lvl1pPr algn="r">
              <a:defRPr/>
            </a:lvl1pPr>
          </a:lstStyle>
          <a:p>
            <a:r>
              <a:rPr lang="en-US" dirty="0"/>
              <a:t>Click to add title</a:t>
            </a:r>
          </a:p>
        </p:txBody>
      </p:sp>
    </p:spTree>
    <p:extLst>
      <p:ext uri="{BB962C8B-B14F-4D97-AF65-F5344CB8AC3E}">
        <p14:creationId xmlns:p14="http://schemas.microsoft.com/office/powerpoint/2010/main" val="1786022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02A0C2-BC21-4E10-B50C-353B8CBD72F0}"/>
              </a:ext>
              <a:ext uri="{C183D7F6-B498-43B3-948B-1728B52AA6E4}">
                <adec:decorative xmlns:adec="http://schemas.microsoft.com/office/drawing/2017/decorative" val="1"/>
              </a:ext>
            </a:extLst>
          </p:cNvPr>
          <p:cNvSpPr/>
          <p:nvPr userDrawn="1"/>
        </p:nvSpPr>
        <p:spPr>
          <a:xfrm>
            <a:off x="514985" y="1057275"/>
            <a:ext cx="6015990" cy="3457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Picture Placeholder 8">
            <a:extLst>
              <a:ext uri="{FF2B5EF4-FFF2-40B4-BE49-F238E27FC236}">
                <a16:creationId xmlns:a16="http://schemas.microsoft.com/office/drawing/2014/main" id="{7B548780-9B3B-47BB-AA7B-928FA50A6A04}"/>
              </a:ext>
            </a:extLst>
          </p:cNvPr>
          <p:cNvSpPr>
            <a:spLocks noGrp="1"/>
          </p:cNvSpPr>
          <p:nvPr>
            <p:ph type="pic" sz="quarter" idx="13" hasCustomPrompt="1"/>
          </p:nvPr>
        </p:nvSpPr>
        <p:spPr>
          <a:xfrm>
            <a:off x="0" y="1057275"/>
            <a:ext cx="12191999" cy="5295900"/>
          </a:xfrm>
          <a:custGeom>
            <a:avLst/>
            <a:gdLst>
              <a:gd name="connsiteX0" fmla="*/ 0 w 12191999"/>
              <a:gd name="connsiteY0" fmla="*/ 0 h 5295900"/>
              <a:gd name="connsiteX1" fmla="*/ 514985 w 12191999"/>
              <a:gd name="connsiteY1" fmla="*/ 0 h 5295900"/>
              <a:gd name="connsiteX2" fmla="*/ 514985 w 12191999"/>
              <a:gd name="connsiteY2" fmla="*/ 3457576 h 5295900"/>
              <a:gd name="connsiteX3" fmla="*/ 6530975 w 12191999"/>
              <a:gd name="connsiteY3" fmla="*/ 3457576 h 5295900"/>
              <a:gd name="connsiteX4" fmla="*/ 6530975 w 12191999"/>
              <a:gd name="connsiteY4" fmla="*/ 0 h 5295900"/>
              <a:gd name="connsiteX5" fmla="*/ 12191999 w 12191999"/>
              <a:gd name="connsiteY5" fmla="*/ 0 h 5295900"/>
              <a:gd name="connsiteX6" fmla="*/ 12191999 w 12191999"/>
              <a:gd name="connsiteY6" fmla="*/ 5295900 h 5295900"/>
              <a:gd name="connsiteX7" fmla="*/ 0 w 12191999"/>
              <a:gd name="connsiteY7" fmla="*/ 52959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5295900">
                <a:moveTo>
                  <a:pt x="0" y="0"/>
                </a:moveTo>
                <a:lnTo>
                  <a:pt x="514985" y="0"/>
                </a:lnTo>
                <a:lnTo>
                  <a:pt x="514985" y="3457576"/>
                </a:lnTo>
                <a:lnTo>
                  <a:pt x="6530975" y="3457576"/>
                </a:lnTo>
                <a:lnTo>
                  <a:pt x="6530975" y="0"/>
                </a:lnTo>
                <a:lnTo>
                  <a:pt x="12191999" y="0"/>
                </a:lnTo>
                <a:lnTo>
                  <a:pt x="12191999" y="5295900"/>
                </a:lnTo>
                <a:lnTo>
                  <a:pt x="0" y="5295900"/>
                </a:lnTo>
                <a:close/>
              </a:path>
            </a:pathLst>
          </a:custGeom>
        </p:spPr>
        <p:txBody>
          <a:bodyPr wrap="square">
            <a:noAutofit/>
          </a:bodyPr>
          <a:lstStyle>
            <a:lvl1pPr marL="0" indent="0" algn="ctr">
              <a:buNone/>
              <a:defRPr/>
            </a:lvl1pPr>
          </a:lstStyle>
          <a:p>
            <a:r>
              <a:rPr lang="en-US" dirty="0"/>
              <a:t>Click to add photo</a:t>
            </a:r>
          </a:p>
        </p:txBody>
      </p:sp>
      <p:sp>
        <p:nvSpPr>
          <p:cNvPr id="3" name="Date Placeholder 2">
            <a:extLst>
              <a:ext uri="{FF2B5EF4-FFF2-40B4-BE49-F238E27FC236}">
                <a16:creationId xmlns:a16="http://schemas.microsoft.com/office/drawing/2014/main" id="{AB2958E2-130A-401C-B53D-DCC769627964}"/>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E7178FE4-D7D1-40CE-9190-C68702FEDCDB}"/>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F4AC4996-95A4-4EC0-BF6E-7C2FACB7C895}"/>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7" name="Text Placeholder 10">
            <a:extLst>
              <a:ext uri="{FF2B5EF4-FFF2-40B4-BE49-F238E27FC236}">
                <a16:creationId xmlns:a16="http://schemas.microsoft.com/office/drawing/2014/main" id="{6332CD16-89CC-43FA-B7BF-06786B464846}"/>
              </a:ext>
            </a:extLst>
          </p:cNvPr>
          <p:cNvSpPr>
            <a:spLocks noGrp="1"/>
          </p:cNvSpPr>
          <p:nvPr>
            <p:ph type="body" sz="quarter" idx="16" hasCustomPrompt="1"/>
          </p:nvPr>
        </p:nvSpPr>
        <p:spPr>
          <a:xfrm>
            <a:off x="926354" y="1547271"/>
            <a:ext cx="5172932" cy="2581276"/>
          </a:xfrm>
          <a:prstGeom prst="rect">
            <a:avLst/>
          </a:prstGeom>
        </p:spPr>
        <p:txBody>
          <a:bodyPr anchor="t">
            <a:noAutofit/>
          </a:bodyPr>
          <a:lstStyle>
            <a:lvl1pPr marL="0" indent="0" algn="l">
              <a:lnSpc>
                <a:spcPct val="125000"/>
              </a:lnSpc>
              <a:spcBef>
                <a:spcPts val="0"/>
              </a:spcBef>
              <a:buNone/>
              <a:defRPr sz="1600" cap="none" spc="100" baseline="0">
                <a:solidFill>
                  <a:schemeClr val="accent1"/>
                </a:solidFill>
                <a:latin typeface="+mn-lt"/>
              </a:defRPr>
            </a:lvl1pPr>
          </a:lstStyle>
          <a:p>
            <a:pPr lvl="0"/>
            <a:r>
              <a:rPr lang="en-US"/>
              <a:t>Click to add text</a:t>
            </a:r>
          </a:p>
        </p:txBody>
      </p:sp>
      <p:sp>
        <p:nvSpPr>
          <p:cNvPr id="12" name="Title 1">
            <a:extLst>
              <a:ext uri="{FF2B5EF4-FFF2-40B4-BE49-F238E27FC236}">
                <a16:creationId xmlns:a16="http://schemas.microsoft.com/office/drawing/2014/main" id="{127734DB-D9FF-4945-91EF-DB146D8348E3}"/>
              </a:ext>
            </a:extLst>
          </p:cNvPr>
          <p:cNvSpPr>
            <a:spLocks noGrp="1"/>
          </p:cNvSpPr>
          <p:nvPr>
            <p:ph type="title" hasCustomPrompt="1"/>
          </p:nvPr>
        </p:nvSpPr>
        <p:spPr>
          <a:xfrm>
            <a:off x="3082250" y="762308"/>
            <a:ext cx="5783657" cy="665965"/>
          </a:xfrm>
        </p:spPr>
        <p:txBody>
          <a:bodyPr/>
          <a:lstStyle>
            <a:lvl1pPr algn="l">
              <a:defRPr/>
            </a:lvl1pPr>
          </a:lstStyle>
          <a:p>
            <a:r>
              <a:rPr lang="en-US" dirty="0"/>
              <a:t>Click to add title</a:t>
            </a:r>
          </a:p>
        </p:txBody>
      </p:sp>
    </p:spTree>
    <p:extLst>
      <p:ext uri="{BB962C8B-B14F-4D97-AF65-F5344CB8AC3E}">
        <p14:creationId xmlns:p14="http://schemas.microsoft.com/office/powerpoint/2010/main" val="179699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FB6A2A-F24A-4E64-A207-404C8CC76697}"/>
              </a:ext>
              <a:ext uri="{C183D7F6-B498-43B3-948B-1728B52AA6E4}">
                <adec:decorative xmlns:adec="http://schemas.microsoft.com/office/drawing/2017/decorative" val="1"/>
              </a:ext>
            </a:extLst>
          </p:cNvPr>
          <p:cNvSpPr/>
          <p:nvPr userDrawn="1"/>
        </p:nvSpPr>
        <p:spPr>
          <a:xfrm>
            <a:off x="8610600" y="2132410"/>
            <a:ext cx="3581400" cy="23169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129E19EA-E986-4004-8C5B-712009E7877E}"/>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13512B16-8A8E-4099-ACE3-946220C6323F}"/>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77D8AF2A-C932-41B3-957E-9888020CD9C9}"/>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9" name="Picture Placeholder 8">
            <a:extLst>
              <a:ext uri="{FF2B5EF4-FFF2-40B4-BE49-F238E27FC236}">
                <a16:creationId xmlns:a16="http://schemas.microsoft.com/office/drawing/2014/main" id="{47D0C286-3FF6-4839-AE38-6F404BF05601}"/>
              </a:ext>
            </a:extLst>
          </p:cNvPr>
          <p:cNvSpPr>
            <a:spLocks noGrp="1"/>
          </p:cNvSpPr>
          <p:nvPr>
            <p:ph type="pic" sz="quarter" idx="13" hasCustomPrompt="1"/>
          </p:nvPr>
        </p:nvSpPr>
        <p:spPr>
          <a:xfrm flipH="1">
            <a:off x="1809750" y="466725"/>
            <a:ext cx="7834312" cy="5924550"/>
          </a:xfrm>
          <a:custGeom>
            <a:avLst/>
            <a:gdLst>
              <a:gd name="connsiteX0" fmla="*/ 7834312 w 7834312"/>
              <a:gd name="connsiteY0" fmla="*/ 0 h 5924550"/>
              <a:gd name="connsiteX1" fmla="*/ 0 w 7834312"/>
              <a:gd name="connsiteY1" fmla="*/ 0 h 5924550"/>
              <a:gd name="connsiteX2" fmla="*/ 0 w 7834312"/>
              <a:gd name="connsiteY2" fmla="*/ 1665685 h 5924550"/>
              <a:gd name="connsiteX3" fmla="*/ 1033462 w 7834312"/>
              <a:gd name="connsiteY3" fmla="*/ 1665685 h 5924550"/>
              <a:gd name="connsiteX4" fmla="*/ 1033462 w 7834312"/>
              <a:gd name="connsiteY4" fmla="*/ 3982640 h 5924550"/>
              <a:gd name="connsiteX5" fmla="*/ 0 w 7834312"/>
              <a:gd name="connsiteY5" fmla="*/ 3982640 h 5924550"/>
              <a:gd name="connsiteX6" fmla="*/ 0 w 7834312"/>
              <a:gd name="connsiteY6" fmla="*/ 5924550 h 5924550"/>
              <a:gd name="connsiteX7" fmla="*/ 7834312 w 7834312"/>
              <a:gd name="connsiteY7" fmla="*/ 5924550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34312" h="5924550">
                <a:moveTo>
                  <a:pt x="7834312" y="0"/>
                </a:moveTo>
                <a:lnTo>
                  <a:pt x="0" y="0"/>
                </a:lnTo>
                <a:lnTo>
                  <a:pt x="0" y="1665685"/>
                </a:lnTo>
                <a:lnTo>
                  <a:pt x="1033462" y="1665685"/>
                </a:lnTo>
                <a:lnTo>
                  <a:pt x="1033462" y="3982640"/>
                </a:lnTo>
                <a:lnTo>
                  <a:pt x="0" y="3982640"/>
                </a:lnTo>
                <a:lnTo>
                  <a:pt x="0" y="5924550"/>
                </a:lnTo>
                <a:lnTo>
                  <a:pt x="7834312" y="5924550"/>
                </a:lnTo>
                <a:close/>
              </a:path>
            </a:pathLst>
          </a:custGeom>
        </p:spPr>
        <p:txBody>
          <a:bodyPr wrap="square">
            <a:noAutofit/>
          </a:bodyPr>
          <a:lstStyle>
            <a:lvl1pPr marL="0" indent="0" algn="ctr">
              <a:buNone/>
              <a:defRPr/>
            </a:lvl1pPr>
          </a:lstStyle>
          <a:p>
            <a:r>
              <a:rPr lang="en-US" dirty="0"/>
              <a:t>Click to add photo</a:t>
            </a:r>
          </a:p>
        </p:txBody>
      </p:sp>
      <p:sp>
        <p:nvSpPr>
          <p:cNvPr id="17" name="Text Placeholder 10">
            <a:extLst>
              <a:ext uri="{FF2B5EF4-FFF2-40B4-BE49-F238E27FC236}">
                <a16:creationId xmlns:a16="http://schemas.microsoft.com/office/drawing/2014/main" id="{88038514-112A-4AE2-BA52-286C38492F8D}"/>
              </a:ext>
            </a:extLst>
          </p:cNvPr>
          <p:cNvSpPr>
            <a:spLocks noGrp="1"/>
          </p:cNvSpPr>
          <p:nvPr>
            <p:ph type="body" sz="quarter" idx="16" hasCustomPrompt="1"/>
          </p:nvPr>
        </p:nvSpPr>
        <p:spPr>
          <a:xfrm>
            <a:off x="9210675" y="2579352"/>
            <a:ext cx="2381250" cy="1423068"/>
          </a:xfrm>
          <a:prstGeom prst="rect">
            <a:avLst/>
          </a:prstGeom>
        </p:spPr>
        <p:txBody>
          <a:bodyPr anchor="t">
            <a:noAutofit/>
          </a:bodyPr>
          <a:lstStyle>
            <a:lvl1pPr marL="0" indent="0" algn="l">
              <a:lnSpc>
                <a:spcPct val="125000"/>
              </a:lnSpc>
              <a:spcBef>
                <a:spcPts val="0"/>
              </a:spcBef>
              <a:buNone/>
              <a:defRPr sz="1600" cap="none" spc="100" baseline="0">
                <a:solidFill>
                  <a:schemeClr val="accent6"/>
                </a:solidFill>
                <a:latin typeface="+mn-lt"/>
              </a:defRPr>
            </a:lvl1pPr>
          </a:lstStyle>
          <a:p>
            <a:pPr lvl="0"/>
            <a:r>
              <a:rPr lang="en-US"/>
              <a:t>Click to add text</a:t>
            </a:r>
          </a:p>
        </p:txBody>
      </p:sp>
      <p:sp>
        <p:nvSpPr>
          <p:cNvPr id="11" name="Title 1">
            <a:extLst>
              <a:ext uri="{FF2B5EF4-FFF2-40B4-BE49-F238E27FC236}">
                <a16:creationId xmlns:a16="http://schemas.microsoft.com/office/drawing/2014/main" id="{9C27393D-ACFC-4AC9-93A3-FE24F0D12E57}"/>
              </a:ext>
            </a:extLst>
          </p:cNvPr>
          <p:cNvSpPr>
            <a:spLocks noGrp="1"/>
          </p:cNvSpPr>
          <p:nvPr>
            <p:ph type="title" hasCustomPrompt="1"/>
          </p:nvPr>
        </p:nvSpPr>
        <p:spPr>
          <a:xfrm rot="16200000">
            <a:off x="-1129259" y="3009387"/>
            <a:ext cx="4138612" cy="56299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101634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26315-2B7F-4C57-86AC-F861837D3D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77E89F0-5C7D-4785-9E27-B2AC9192E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8B7DCF-7168-4376-8641-10965E65A6B3}"/>
              </a:ext>
            </a:extLst>
          </p:cNvPr>
          <p:cNvSpPr>
            <a:spLocks noGrp="1"/>
          </p:cNvSpPr>
          <p:nvPr>
            <p:ph type="dt" sz="half" idx="2"/>
          </p:nvPr>
        </p:nvSpPr>
        <p:spPr>
          <a:xfrm>
            <a:off x="838200" y="6515753"/>
            <a:ext cx="2743200" cy="205722"/>
          </a:xfrm>
          <a:prstGeom prst="rect">
            <a:avLst/>
          </a:prstGeom>
        </p:spPr>
        <p:txBody>
          <a:bodyPr vert="horz" lIns="91440" tIns="45720" rIns="91440" bIns="45720" rtlCol="0" anchor="ctr"/>
          <a:lstStyle>
            <a:lvl1pPr algn="l">
              <a:defRPr sz="1000" cap="all" spc="100" baseline="0">
                <a:solidFill>
                  <a:schemeClr val="bg1">
                    <a:lumMod val="50000"/>
                  </a:schemeClr>
                </a:solidFill>
                <a:latin typeface="Seaford" panose="020B0502030303020204" pitchFamily="34" charset="0"/>
              </a:defRPr>
            </a:lvl1pPr>
          </a:lstStyle>
          <a:p>
            <a:r>
              <a:rPr lang="en-US" dirty="0"/>
              <a:t>8/03/20XX</a:t>
            </a:r>
          </a:p>
        </p:txBody>
      </p:sp>
      <p:sp>
        <p:nvSpPr>
          <p:cNvPr id="5" name="Footer Placeholder 4">
            <a:extLst>
              <a:ext uri="{FF2B5EF4-FFF2-40B4-BE49-F238E27FC236}">
                <a16:creationId xmlns:a16="http://schemas.microsoft.com/office/drawing/2014/main" id="{9E498FEF-9751-417B-82B2-BBAD0766584D}"/>
              </a:ext>
            </a:extLst>
          </p:cNvPr>
          <p:cNvSpPr>
            <a:spLocks noGrp="1"/>
          </p:cNvSpPr>
          <p:nvPr>
            <p:ph type="ftr" sz="quarter" idx="3"/>
          </p:nvPr>
        </p:nvSpPr>
        <p:spPr>
          <a:xfrm>
            <a:off x="4038600" y="6515753"/>
            <a:ext cx="4114800" cy="205722"/>
          </a:xfrm>
          <a:prstGeom prst="rect">
            <a:avLst/>
          </a:prstGeom>
        </p:spPr>
        <p:txBody>
          <a:bodyPr vert="horz" lIns="91440" tIns="45720" rIns="91440" bIns="45720" rtlCol="0" anchor="ctr"/>
          <a:lstStyle>
            <a:lvl1pPr algn="ctr">
              <a:defRPr sz="1000" cap="all" spc="100" baseline="0">
                <a:solidFill>
                  <a:schemeClr val="bg1">
                    <a:lumMod val="50000"/>
                  </a:schemeClr>
                </a:solidFill>
                <a:latin typeface="Seaford" panose="020B0502030303020204" pitchFamily="34" charset="0"/>
              </a:defRPr>
            </a:lvl1pPr>
          </a:lstStyle>
          <a:p>
            <a:r>
              <a:rPr lang="en-US" dirty="0"/>
              <a:t>PITCH DECK</a:t>
            </a:r>
          </a:p>
        </p:txBody>
      </p:sp>
      <p:sp>
        <p:nvSpPr>
          <p:cNvPr id="6" name="Slide Number Placeholder 5">
            <a:extLst>
              <a:ext uri="{FF2B5EF4-FFF2-40B4-BE49-F238E27FC236}">
                <a16:creationId xmlns:a16="http://schemas.microsoft.com/office/drawing/2014/main" id="{FFF7CE99-0833-4AF7-954F-3E4BD5F9CD0B}"/>
              </a:ext>
            </a:extLst>
          </p:cNvPr>
          <p:cNvSpPr>
            <a:spLocks noGrp="1"/>
          </p:cNvSpPr>
          <p:nvPr>
            <p:ph type="sldNum" sz="quarter" idx="4"/>
          </p:nvPr>
        </p:nvSpPr>
        <p:spPr>
          <a:xfrm>
            <a:off x="8610600" y="6515753"/>
            <a:ext cx="2743200" cy="205722"/>
          </a:xfrm>
          <a:prstGeom prst="rect">
            <a:avLst/>
          </a:prstGeom>
        </p:spPr>
        <p:txBody>
          <a:bodyPr vert="horz" lIns="91440" tIns="45720" rIns="91440" bIns="45720" rtlCol="0" anchor="ctr"/>
          <a:lstStyle>
            <a:lvl1pPr algn="r">
              <a:defRPr sz="1000" cap="all" spc="100" baseline="0">
                <a:solidFill>
                  <a:schemeClr val="bg1">
                    <a:lumMod val="50000"/>
                  </a:schemeClr>
                </a:solidFill>
                <a:latin typeface="Seaford" panose="020B0502030303020204" pitchFamily="34" charset="0"/>
              </a:defRPr>
            </a:lvl1pPr>
          </a:lstStyle>
          <a:p>
            <a:fld id="{BF860B6F-2FE3-4DE6-9496-980E987E7466}" type="slidenum">
              <a:rPr lang="en-US" smtClean="0"/>
              <a:pPr/>
              <a:t>‹#›</a:t>
            </a:fld>
            <a:endParaRPr lang="en-US" dirty="0"/>
          </a:p>
        </p:txBody>
      </p:sp>
    </p:spTree>
    <p:extLst>
      <p:ext uri="{BB962C8B-B14F-4D97-AF65-F5344CB8AC3E}">
        <p14:creationId xmlns:p14="http://schemas.microsoft.com/office/powerpoint/2010/main" val="2219404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p:txStyles>
    <p:titleStyle>
      <a:lvl1pPr algn="l" defTabSz="914400" rtl="0" eaLnBrk="1" latinLnBrk="0" hangingPunct="1">
        <a:lnSpc>
          <a:spcPct val="80000"/>
        </a:lnSpc>
        <a:spcBef>
          <a:spcPct val="0"/>
        </a:spcBef>
        <a:buNone/>
        <a:defRPr sz="4000" kern="1200" cap="all" spc="200" baseline="0">
          <a:ln w="19050">
            <a:solidFill>
              <a:schemeClr val="accent1"/>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hyperlink" Target="https://www.rawpixel.com/image/392998/diverse-people-joining-hands-together-teamwork-and-community-concept" TargetMode="External"/><Relationship Id="rId2" Type="http://schemas.openxmlformats.org/officeDocument/2006/relationships/image" Target="../media/image16.1"/><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hyperlink" Target="https://sbr.com.sg/healthcare/news/q-m-dental-acquire-australian-group-1315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Close up of two people holding hands">
            <a:extLst>
              <a:ext uri="{FF2B5EF4-FFF2-40B4-BE49-F238E27FC236}">
                <a16:creationId xmlns:a16="http://schemas.microsoft.com/office/drawing/2014/main" id="{E41FFEB7-5147-4211-9DEE-48A580FDD93D}"/>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466725" y="466725"/>
            <a:ext cx="11258550" cy="5924550"/>
          </a:xfrm>
        </p:spPr>
      </p:pic>
      <p:sp>
        <p:nvSpPr>
          <p:cNvPr id="20" name="Title 19">
            <a:extLst>
              <a:ext uri="{FF2B5EF4-FFF2-40B4-BE49-F238E27FC236}">
                <a16:creationId xmlns:a16="http://schemas.microsoft.com/office/drawing/2014/main" id="{49020275-58F0-4491-8E8A-0A2AD5ED9D8B}"/>
              </a:ext>
            </a:extLst>
          </p:cNvPr>
          <p:cNvSpPr>
            <a:spLocks noGrp="1"/>
          </p:cNvSpPr>
          <p:nvPr>
            <p:ph type="title"/>
          </p:nvPr>
        </p:nvSpPr>
        <p:spPr>
          <a:xfrm>
            <a:off x="3326571" y="5219741"/>
            <a:ext cx="5538857" cy="992856"/>
          </a:xfrm>
        </p:spPr>
        <p:txBody>
          <a:bodyPr>
            <a:noAutofit/>
          </a:bodyPr>
          <a:lstStyle/>
          <a:p>
            <a:r>
              <a:rPr lang="en-US" sz="3600" dirty="0">
                <a:solidFill>
                  <a:schemeClr val="accent1"/>
                </a:solidFill>
                <a:latin typeface="Abadi" panose="020B0604020104020204" pitchFamily="34" charset="0"/>
              </a:rPr>
              <a:t>After Call Survey </a:t>
            </a:r>
            <a:br>
              <a:rPr lang="en-US" sz="3600" dirty="0">
                <a:solidFill>
                  <a:schemeClr val="accent1"/>
                </a:solidFill>
                <a:latin typeface="Abadi" panose="020B0604020104020204" pitchFamily="34" charset="0"/>
              </a:rPr>
            </a:br>
            <a:r>
              <a:rPr lang="en-US" sz="3600" dirty="0">
                <a:solidFill>
                  <a:schemeClr val="accent1"/>
                </a:solidFill>
                <a:latin typeface="Abadi" panose="020B0604020104020204" pitchFamily="34" charset="0"/>
              </a:rPr>
              <a:t>INSIGHTS </a:t>
            </a:r>
            <a:br>
              <a:rPr lang="en-US" sz="3600" dirty="0">
                <a:solidFill>
                  <a:schemeClr val="accent1"/>
                </a:solidFill>
                <a:latin typeface="Abadi" panose="020B0604020104020204" pitchFamily="34" charset="0"/>
              </a:rPr>
            </a:br>
            <a:endParaRPr lang="en-US" sz="3600" dirty="0">
              <a:solidFill>
                <a:schemeClr val="accent1"/>
              </a:solidFill>
              <a:latin typeface="Abadi" panose="020B0604020104020204" pitchFamily="34" charset="0"/>
            </a:endParaRPr>
          </a:p>
        </p:txBody>
      </p:sp>
      <p:sp>
        <p:nvSpPr>
          <p:cNvPr id="6" name="Text Placeholder 5">
            <a:extLst>
              <a:ext uri="{FF2B5EF4-FFF2-40B4-BE49-F238E27FC236}">
                <a16:creationId xmlns:a16="http://schemas.microsoft.com/office/drawing/2014/main" id="{3D1A5B04-2A0C-49EF-AC0E-822E3C090B88}"/>
              </a:ext>
            </a:extLst>
          </p:cNvPr>
          <p:cNvSpPr>
            <a:spLocks noGrp="1"/>
          </p:cNvSpPr>
          <p:nvPr>
            <p:ph type="body" sz="quarter" idx="12"/>
          </p:nvPr>
        </p:nvSpPr>
        <p:spPr>
          <a:xfrm>
            <a:off x="3960919" y="6310991"/>
            <a:ext cx="4270159" cy="339247"/>
          </a:xfrm>
        </p:spPr>
        <p:txBody>
          <a:bodyPr>
            <a:normAutofit lnSpcReduction="10000"/>
          </a:bodyPr>
          <a:lstStyle/>
          <a:p>
            <a:r>
              <a:rPr lang="en-US" dirty="0">
                <a:solidFill>
                  <a:srgbClr val="92D050"/>
                </a:solidFill>
              </a:rPr>
              <a:t>Diana Hatfield​​</a:t>
            </a:r>
          </a:p>
        </p:txBody>
      </p:sp>
    </p:spTree>
    <p:extLst>
      <p:ext uri="{BB962C8B-B14F-4D97-AF65-F5344CB8AC3E}">
        <p14:creationId xmlns:p14="http://schemas.microsoft.com/office/powerpoint/2010/main" val="2409068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3C6BD-9ADB-23BB-A696-22D2298D248A}"/>
            </a:ext>
          </a:extLst>
        </p:cNvPr>
        <p:cNvGrpSpPr/>
        <p:nvPr/>
      </p:nvGrpSpPr>
      <p:grpSpPr>
        <a:xfrm>
          <a:off x="0" y="0"/>
          <a:ext cx="0" cy="0"/>
          <a:chOff x="0" y="0"/>
          <a:chExt cx="0" cy="0"/>
        </a:xfrm>
      </p:grpSpPr>
      <p:sp>
        <p:nvSpPr>
          <p:cNvPr id="69" name="Title 68">
            <a:extLst>
              <a:ext uri="{FF2B5EF4-FFF2-40B4-BE49-F238E27FC236}">
                <a16:creationId xmlns:a16="http://schemas.microsoft.com/office/drawing/2014/main" id="{C8E5F519-E945-862E-3D8B-644D4ED9899A}"/>
              </a:ext>
            </a:extLst>
          </p:cNvPr>
          <p:cNvSpPr>
            <a:spLocks noGrp="1"/>
          </p:cNvSpPr>
          <p:nvPr>
            <p:ph type="title"/>
          </p:nvPr>
        </p:nvSpPr>
        <p:spPr>
          <a:xfrm>
            <a:off x="7501772" y="931164"/>
            <a:ext cx="3661528" cy="639192"/>
          </a:xfrm>
        </p:spPr>
        <p:txBody>
          <a:bodyPr/>
          <a:lstStyle/>
          <a:p>
            <a:r>
              <a:rPr lang="en-US" dirty="0"/>
              <a:t>Purpose</a:t>
            </a:r>
          </a:p>
        </p:txBody>
      </p:sp>
      <p:pic>
        <p:nvPicPr>
          <p:cNvPr id="15" name="Picture Placeholder 14" descr="A close up of a nurse">
            <a:extLst>
              <a:ext uri="{FF2B5EF4-FFF2-40B4-BE49-F238E27FC236}">
                <a16:creationId xmlns:a16="http://schemas.microsoft.com/office/drawing/2014/main" id="{2BD0428B-1611-0ED5-5474-706B615B2464}"/>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1" y="466726"/>
            <a:ext cx="6848474" cy="6391274"/>
          </a:xfrm>
        </p:spPr>
      </p:pic>
      <p:sp>
        <p:nvSpPr>
          <p:cNvPr id="24" name="Text Placeholder 23">
            <a:extLst>
              <a:ext uri="{FF2B5EF4-FFF2-40B4-BE49-F238E27FC236}">
                <a16:creationId xmlns:a16="http://schemas.microsoft.com/office/drawing/2014/main" id="{3F0209A4-D06A-59B3-67A4-99634F13EC4B}"/>
              </a:ext>
            </a:extLst>
          </p:cNvPr>
          <p:cNvSpPr>
            <a:spLocks noGrp="1"/>
          </p:cNvSpPr>
          <p:nvPr>
            <p:ph type="body" sz="quarter" idx="14"/>
          </p:nvPr>
        </p:nvSpPr>
        <p:spPr>
          <a:xfrm>
            <a:off x="6096000" y="2415192"/>
            <a:ext cx="6023990" cy="2662814"/>
          </a:xfrm>
        </p:spPr>
        <p:txBody>
          <a:bodyPr/>
          <a:lstStyle/>
          <a:p>
            <a:r>
              <a:rPr lang="en-US" sz="1400" dirty="0"/>
              <a:t>This presentation analyzes post-call survey feedback from the member’s perspective, capturing how members rate their experience when interacting with Dental call agents. </a:t>
            </a:r>
          </a:p>
          <a:p>
            <a:endParaRPr lang="en-US" sz="1400" dirty="0"/>
          </a:p>
          <a:p>
            <a:r>
              <a:rPr lang="en-US" sz="1400" dirty="0"/>
              <a:t>It provides valuable insights into why members contact our call center and how those interactions are perceived, enabling us to identify key areas of opportunity as well as call types where performance is strong.</a:t>
            </a:r>
          </a:p>
        </p:txBody>
      </p:sp>
      <p:sp>
        <p:nvSpPr>
          <p:cNvPr id="2" name="Date Placeholder 1">
            <a:extLst>
              <a:ext uri="{FF2B5EF4-FFF2-40B4-BE49-F238E27FC236}">
                <a16:creationId xmlns:a16="http://schemas.microsoft.com/office/drawing/2014/main" id="{B96611A6-AE08-3E3D-7C7B-8B9B6A30239E}"/>
              </a:ext>
            </a:extLst>
          </p:cNvPr>
          <p:cNvSpPr>
            <a:spLocks noGrp="1"/>
          </p:cNvSpPr>
          <p:nvPr>
            <p:ph type="dt" sz="half" idx="10"/>
          </p:nvPr>
        </p:nvSpPr>
        <p:spPr>
          <a:xfrm>
            <a:off x="838200" y="6515753"/>
            <a:ext cx="2743200" cy="205722"/>
          </a:xfrm>
        </p:spPr>
        <p:txBody>
          <a:bodyPr/>
          <a:lstStyle/>
          <a:p>
            <a:fld id="{285D971A-15DD-41D4-98C4-E1494458B390}" type="datetime1">
              <a:rPr lang="en-US"/>
              <a:t>6/3/2026</a:t>
            </a:fld>
            <a:endParaRPr lang="en-US" dirty="0"/>
          </a:p>
        </p:txBody>
      </p:sp>
      <p:sp>
        <p:nvSpPr>
          <p:cNvPr id="3" name="Footer Placeholder 2">
            <a:extLst>
              <a:ext uri="{FF2B5EF4-FFF2-40B4-BE49-F238E27FC236}">
                <a16:creationId xmlns:a16="http://schemas.microsoft.com/office/drawing/2014/main" id="{AB7482B9-1E9B-57CA-349C-90EADCFA214A}"/>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F77FDDD2-F272-45B7-A71F-6E65D6F1A4D3}"/>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2</a:t>
            </a:fld>
            <a:endParaRPr lang="en-US" dirty="0"/>
          </a:p>
        </p:txBody>
      </p:sp>
    </p:spTree>
    <p:extLst>
      <p:ext uri="{BB962C8B-B14F-4D97-AF65-F5344CB8AC3E}">
        <p14:creationId xmlns:p14="http://schemas.microsoft.com/office/powerpoint/2010/main" val="121757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D4E8-3CFB-5896-A40B-D654D0A30D9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6520EFD-6861-94CE-A607-6D00FB1916AE}"/>
              </a:ext>
            </a:extLst>
          </p:cNvPr>
          <p:cNvSpPr>
            <a:spLocks noGrp="1"/>
          </p:cNvSpPr>
          <p:nvPr>
            <p:ph type="dt" sz="half" idx="10"/>
          </p:nvPr>
        </p:nvSpPr>
        <p:spPr>
          <a:xfrm>
            <a:off x="838200" y="6515753"/>
            <a:ext cx="2743200" cy="205722"/>
          </a:xfrm>
        </p:spPr>
        <p:txBody>
          <a:bodyPr anchor="ctr">
            <a:normAutofit/>
          </a:bodyPr>
          <a:lstStyle/>
          <a:p>
            <a:pPr>
              <a:lnSpc>
                <a:spcPct val="90000"/>
              </a:lnSpc>
              <a:spcAft>
                <a:spcPts val="600"/>
              </a:spcAft>
            </a:pPr>
            <a:fld id="{363EE3C8-03F0-4B28-8523-CA04DE4EA21B}" type="datetime1">
              <a:rPr lang="en-US" sz="800" smtClean="0"/>
              <a:pPr>
                <a:lnSpc>
                  <a:spcPct val="90000"/>
                </a:lnSpc>
                <a:spcAft>
                  <a:spcPts val="600"/>
                </a:spcAft>
              </a:pPr>
              <a:t>6/3/2026</a:t>
            </a:fld>
            <a:endParaRPr lang="en-US" sz="800" dirty="0"/>
          </a:p>
        </p:txBody>
      </p:sp>
      <p:sp>
        <p:nvSpPr>
          <p:cNvPr id="90" name="Footer Placeholder 3">
            <a:extLst>
              <a:ext uri="{FF2B5EF4-FFF2-40B4-BE49-F238E27FC236}">
                <a16:creationId xmlns:a16="http://schemas.microsoft.com/office/drawing/2014/main" id="{814F05D4-22EE-20B6-F2AB-6B994348AF5B}"/>
              </a:ext>
            </a:extLst>
          </p:cNvPr>
          <p:cNvSpPr>
            <a:spLocks noGrp="1"/>
          </p:cNvSpPr>
          <p:nvPr>
            <p:ph type="ftr" sz="quarter" idx="11"/>
          </p:nvPr>
        </p:nvSpPr>
        <p:spPr>
          <a:xfrm>
            <a:off x="4038600" y="6515753"/>
            <a:ext cx="4114800" cy="205722"/>
          </a:xfrm>
        </p:spPr>
        <p:txBody>
          <a:bodyPr anchor="ctr">
            <a:normAutofit/>
          </a:bodyPr>
          <a:lstStyle/>
          <a:p>
            <a:pPr>
              <a:lnSpc>
                <a:spcPct val="90000"/>
              </a:lnSpc>
              <a:spcAft>
                <a:spcPts val="600"/>
              </a:spcAft>
            </a:pPr>
            <a:r>
              <a:rPr lang="en-US" sz="800" dirty="0"/>
              <a:t>capstone</a:t>
            </a:r>
          </a:p>
        </p:txBody>
      </p:sp>
      <p:sp>
        <p:nvSpPr>
          <p:cNvPr id="4" name="Slide Number Placeholder 3">
            <a:extLst>
              <a:ext uri="{FF2B5EF4-FFF2-40B4-BE49-F238E27FC236}">
                <a16:creationId xmlns:a16="http://schemas.microsoft.com/office/drawing/2014/main" id="{5578A303-0AD8-8AEA-386F-DEDF2D48BB0C}"/>
              </a:ext>
            </a:extLst>
          </p:cNvPr>
          <p:cNvSpPr>
            <a:spLocks noGrp="1"/>
          </p:cNvSpPr>
          <p:nvPr>
            <p:ph type="sldNum" sz="quarter" idx="12"/>
          </p:nvPr>
        </p:nvSpPr>
        <p:spPr>
          <a:xfrm>
            <a:off x="8610600" y="6515753"/>
            <a:ext cx="2743200" cy="205722"/>
          </a:xfrm>
        </p:spPr>
        <p:txBody>
          <a:bodyPr anchor="ctr">
            <a:normAutofit/>
          </a:bodyPr>
          <a:lstStyle/>
          <a:p>
            <a:pPr>
              <a:lnSpc>
                <a:spcPct val="90000"/>
              </a:lnSpc>
              <a:spcAft>
                <a:spcPts val="600"/>
              </a:spcAft>
            </a:pPr>
            <a:fld id="{BF860B6F-2FE3-4DE6-9496-980E987E7466}" type="slidenum">
              <a:rPr lang="en-US" sz="800" smtClean="0"/>
              <a:pPr>
                <a:lnSpc>
                  <a:spcPct val="90000"/>
                </a:lnSpc>
                <a:spcAft>
                  <a:spcPts val="600"/>
                </a:spcAft>
              </a:pPr>
              <a:t>3</a:t>
            </a:fld>
            <a:endParaRPr lang="en-US" sz="800" dirty="0"/>
          </a:p>
        </p:txBody>
      </p:sp>
      <p:sp>
        <p:nvSpPr>
          <p:cNvPr id="110" name="Title 9">
            <a:extLst>
              <a:ext uri="{FF2B5EF4-FFF2-40B4-BE49-F238E27FC236}">
                <a16:creationId xmlns:a16="http://schemas.microsoft.com/office/drawing/2014/main" id="{181657F3-D2A9-764E-BD08-EF35A902AD3A}"/>
              </a:ext>
            </a:extLst>
          </p:cNvPr>
          <p:cNvSpPr>
            <a:spLocks noGrp="1"/>
          </p:cNvSpPr>
          <p:nvPr>
            <p:ph type="title"/>
          </p:nvPr>
        </p:nvSpPr>
        <p:spPr>
          <a:xfrm>
            <a:off x="3246792" y="267539"/>
            <a:ext cx="4572000" cy="639192"/>
          </a:xfrm>
        </p:spPr>
        <p:txBody>
          <a:bodyPr/>
          <a:lstStyle/>
          <a:p>
            <a:r>
              <a:rPr lang="en-US" dirty="0"/>
              <a:t>Methodology</a:t>
            </a:r>
          </a:p>
        </p:txBody>
      </p:sp>
      <p:pic>
        <p:nvPicPr>
          <p:cNvPr id="5" name="Picture 4">
            <a:extLst>
              <a:ext uri="{FF2B5EF4-FFF2-40B4-BE49-F238E27FC236}">
                <a16:creationId xmlns:a16="http://schemas.microsoft.com/office/drawing/2014/main" id="{1BA03A49-F172-70E3-8236-6F97977E46CD}"/>
              </a:ext>
            </a:extLst>
          </p:cNvPr>
          <p:cNvPicPr>
            <a:picLocks noChangeAspect="1"/>
          </p:cNvPicPr>
          <p:nvPr/>
        </p:nvPicPr>
        <p:blipFill>
          <a:blip r:embed="rId3"/>
          <a:stretch>
            <a:fillRect/>
          </a:stretch>
        </p:blipFill>
        <p:spPr>
          <a:xfrm>
            <a:off x="3810000" y="973693"/>
            <a:ext cx="8230313" cy="5413717"/>
          </a:xfrm>
          <a:prstGeom prst="rect">
            <a:avLst/>
          </a:prstGeom>
        </p:spPr>
      </p:pic>
      <p:sp>
        <p:nvSpPr>
          <p:cNvPr id="85" name="Title 84">
            <a:extLst>
              <a:ext uri="{FF2B5EF4-FFF2-40B4-BE49-F238E27FC236}">
                <a16:creationId xmlns:a16="http://schemas.microsoft.com/office/drawing/2014/main" id="{89EFEC82-12A2-8484-1019-6D38F2774E33}"/>
              </a:ext>
            </a:extLst>
          </p:cNvPr>
          <p:cNvSpPr>
            <a:spLocks noGrp="1"/>
          </p:cNvSpPr>
          <p:nvPr>
            <p:ph sz="quarter" idx="37"/>
          </p:nvPr>
        </p:nvSpPr>
        <p:spPr>
          <a:xfrm>
            <a:off x="151687" y="1204000"/>
            <a:ext cx="6412075" cy="5014483"/>
          </a:xfrm>
          <a:solidFill>
            <a:schemeClr val="accent6"/>
          </a:solidFill>
        </p:spPr>
        <p:txBody>
          <a:bodyPr>
            <a:noAutofit/>
          </a:bodyPr>
          <a:lstStyle/>
          <a:p>
            <a:pPr marL="0" indent="0">
              <a:spcAft>
                <a:spcPts val="600"/>
              </a:spcAft>
              <a:buNone/>
            </a:pPr>
            <a:r>
              <a:rPr lang="en-US" sz="100" b="1" dirty="0">
                <a:solidFill>
                  <a:schemeClr val="accent1"/>
                </a:solidFill>
              </a:rPr>
              <a:t>          </a:t>
            </a:r>
          </a:p>
          <a:p>
            <a:pPr marL="0" indent="0">
              <a:spcAft>
                <a:spcPts val="600"/>
              </a:spcAft>
              <a:buNone/>
            </a:pPr>
            <a:r>
              <a:rPr lang="en-US" sz="1200" b="1" dirty="0">
                <a:solidFill>
                  <a:schemeClr val="accent1"/>
                </a:solidFill>
              </a:rPr>
              <a:t>Data Source</a:t>
            </a:r>
            <a:r>
              <a:rPr lang="en-US" sz="1200" dirty="0">
                <a:solidFill>
                  <a:schemeClr val="accent1"/>
                </a:solidFill>
              </a:rPr>
              <a:t>: Post-call member survey responses collected between January 2024 to April 2026.</a:t>
            </a:r>
          </a:p>
          <a:p>
            <a:pPr marL="0" indent="0">
              <a:spcAft>
                <a:spcPts val="600"/>
              </a:spcAft>
              <a:buNone/>
            </a:pPr>
            <a:r>
              <a:rPr lang="en-US" sz="1200" b="1" dirty="0">
                <a:solidFill>
                  <a:schemeClr val="accent1"/>
                </a:solidFill>
              </a:rPr>
              <a:t>Scope</a:t>
            </a:r>
            <a:r>
              <a:rPr lang="en-US" sz="1200" dirty="0">
                <a:solidFill>
                  <a:schemeClr val="accent1"/>
                </a:solidFill>
              </a:rPr>
              <a:t>: 64,543 survey responses across all Lines of Business (LOBs).</a:t>
            </a:r>
          </a:p>
          <a:p>
            <a:pPr marL="0" indent="0">
              <a:spcAft>
                <a:spcPts val="600"/>
              </a:spcAft>
              <a:buNone/>
            </a:pPr>
            <a:r>
              <a:rPr lang="en-US" sz="1200" b="1" dirty="0">
                <a:solidFill>
                  <a:schemeClr val="accent1"/>
                </a:solidFill>
              </a:rPr>
              <a:t>Analysis Dimensions</a:t>
            </a:r>
            <a:r>
              <a:rPr lang="en-US" sz="1200" dirty="0">
                <a:solidFill>
                  <a:schemeClr val="accent1"/>
                </a:solidFill>
              </a:rPr>
              <a:t>: Call Reason, Line of Business, NPS Dental, FCR, Ease, Informed, and Courtesy.</a:t>
            </a:r>
          </a:p>
          <a:p>
            <a:pPr marL="0" indent="0">
              <a:spcAft>
                <a:spcPts val="600"/>
              </a:spcAft>
              <a:buNone/>
            </a:pPr>
            <a:r>
              <a:rPr lang="en-US" sz="1200" b="1" dirty="0">
                <a:solidFill>
                  <a:schemeClr val="accent1"/>
                </a:solidFill>
              </a:rPr>
              <a:t>Classification</a:t>
            </a:r>
            <a:r>
              <a:rPr lang="en-US" sz="1200" dirty="0">
                <a:solidFill>
                  <a:schemeClr val="accent1"/>
                </a:solidFill>
              </a:rPr>
              <a:t>:</a:t>
            </a:r>
          </a:p>
          <a:p>
            <a:pPr>
              <a:spcBef>
                <a:spcPts val="0"/>
              </a:spcBef>
            </a:pPr>
            <a:r>
              <a:rPr lang="en-US" sz="1200" dirty="0">
                <a:solidFill>
                  <a:schemeClr val="accent1"/>
                </a:solidFill>
              </a:rPr>
              <a:t>High Raters: FCR= 1-2; Ease, Informed, Courtesy, and NPS =4-5</a:t>
            </a:r>
          </a:p>
          <a:p>
            <a:pPr>
              <a:spcBef>
                <a:spcPts val="0"/>
              </a:spcBef>
            </a:pPr>
            <a:r>
              <a:rPr lang="en-US" sz="1200" dirty="0">
                <a:solidFill>
                  <a:schemeClr val="accent1"/>
                </a:solidFill>
              </a:rPr>
              <a:t>Low Raters: FCR≥3; Ease, Informed, Courtesy, and NPS =1-3</a:t>
            </a:r>
          </a:p>
          <a:p>
            <a:pPr marL="0" indent="0">
              <a:spcAft>
                <a:spcPts val="600"/>
              </a:spcAft>
              <a:buNone/>
            </a:pPr>
            <a:r>
              <a:rPr lang="en-US" sz="1200" b="1" dirty="0">
                <a:solidFill>
                  <a:schemeClr val="accent1"/>
                </a:solidFill>
              </a:rPr>
              <a:t>Objective</a:t>
            </a:r>
            <a:r>
              <a:rPr lang="en-US" sz="1200" dirty="0">
                <a:solidFill>
                  <a:schemeClr val="accent1"/>
                </a:solidFill>
              </a:rPr>
              <a:t>: Identify drivers of member satisfaction and dissatisfaction and highlight opportunities to improve the member experience. </a:t>
            </a:r>
          </a:p>
          <a:p>
            <a:pPr marL="0" indent="0">
              <a:spcAft>
                <a:spcPts val="600"/>
              </a:spcAft>
              <a:buNone/>
            </a:pPr>
            <a:r>
              <a:rPr lang="en-US" sz="1200" b="1" dirty="0">
                <a:solidFill>
                  <a:schemeClr val="accent1"/>
                </a:solidFill>
              </a:rPr>
              <a:t>Tools</a:t>
            </a:r>
            <a:r>
              <a:rPr lang="en-US" sz="1200" dirty="0">
                <a:solidFill>
                  <a:schemeClr val="accent1"/>
                </a:solidFill>
              </a:rPr>
              <a:t>:</a:t>
            </a:r>
          </a:p>
          <a:p>
            <a:pPr>
              <a:spcBef>
                <a:spcPts val="0"/>
              </a:spcBef>
            </a:pPr>
            <a:r>
              <a:rPr lang="en-US" sz="1200" dirty="0">
                <a:solidFill>
                  <a:schemeClr val="accent1"/>
                </a:solidFill>
              </a:rPr>
              <a:t>Python/Jupyter</a:t>
            </a:r>
          </a:p>
          <a:p>
            <a:pPr lvl="1">
              <a:spcBef>
                <a:spcPts val="0"/>
              </a:spcBef>
              <a:buFont typeface="Courier New" panose="02070309020205020404" pitchFamily="49" charset="0"/>
              <a:buChar char="o"/>
            </a:pPr>
            <a:r>
              <a:rPr lang="en-US" sz="1200" dirty="0">
                <a:solidFill>
                  <a:schemeClr val="accent1"/>
                </a:solidFill>
              </a:rPr>
              <a:t>Pandas</a:t>
            </a:r>
          </a:p>
          <a:p>
            <a:pPr lvl="1">
              <a:spcBef>
                <a:spcPts val="0"/>
              </a:spcBef>
              <a:buFont typeface="Courier New" panose="02070309020205020404" pitchFamily="49" charset="0"/>
              <a:buChar char="o"/>
            </a:pPr>
            <a:r>
              <a:rPr lang="en-US" sz="1200" dirty="0">
                <a:solidFill>
                  <a:schemeClr val="accent1"/>
                </a:solidFill>
              </a:rPr>
              <a:t>Seaborn</a:t>
            </a:r>
          </a:p>
          <a:p>
            <a:pPr lvl="1">
              <a:spcBef>
                <a:spcPts val="0"/>
              </a:spcBef>
              <a:buFont typeface="Courier New" panose="02070309020205020404" pitchFamily="49" charset="0"/>
              <a:buChar char="o"/>
            </a:pPr>
            <a:r>
              <a:rPr lang="en-US" sz="1200" dirty="0">
                <a:solidFill>
                  <a:schemeClr val="accent1"/>
                </a:solidFill>
              </a:rPr>
              <a:t>matplotlib</a:t>
            </a:r>
          </a:p>
          <a:p>
            <a:pPr lvl="1">
              <a:spcBef>
                <a:spcPts val="0"/>
              </a:spcBef>
              <a:buFont typeface="Courier New" panose="02070309020205020404" pitchFamily="49" charset="0"/>
              <a:buChar char="o"/>
            </a:pPr>
            <a:r>
              <a:rPr lang="en-US" sz="1200" dirty="0">
                <a:solidFill>
                  <a:schemeClr val="accent1"/>
                </a:solidFill>
              </a:rPr>
              <a:t>numpy</a:t>
            </a:r>
          </a:p>
          <a:p>
            <a:pPr marL="0" indent="0">
              <a:spcAft>
                <a:spcPts val="600"/>
              </a:spcAft>
              <a:buNone/>
            </a:pPr>
            <a:r>
              <a:rPr lang="en-US" sz="1200" b="1" dirty="0">
                <a:solidFill>
                  <a:schemeClr val="accent1"/>
                </a:solidFill>
              </a:rPr>
              <a:t>Data Cleaning &amp; Transformation</a:t>
            </a:r>
            <a:r>
              <a:rPr lang="en-US" sz="1200" dirty="0">
                <a:solidFill>
                  <a:schemeClr val="accent1"/>
                </a:solidFill>
              </a:rPr>
              <a:t>:</a:t>
            </a:r>
          </a:p>
          <a:p>
            <a:pPr>
              <a:spcBef>
                <a:spcPts val="0"/>
              </a:spcBef>
            </a:pPr>
            <a:r>
              <a:rPr lang="en-US" sz="1200" dirty="0">
                <a:solidFill>
                  <a:schemeClr val="accent1"/>
                </a:solidFill>
              </a:rPr>
              <a:t>Blank survey responses were standardized to ‘0’ and cleaned for reporting consistency.</a:t>
            </a:r>
          </a:p>
          <a:p>
            <a:pPr>
              <a:spcBef>
                <a:spcPts val="0"/>
              </a:spcBef>
            </a:pPr>
            <a:r>
              <a:rPr lang="en-US" sz="1200" dirty="0">
                <a:solidFill>
                  <a:schemeClr val="accent1"/>
                </a:solidFill>
              </a:rPr>
              <a:t>Converting data types from Date and Time to Date</a:t>
            </a:r>
          </a:p>
          <a:p>
            <a:pPr>
              <a:spcBef>
                <a:spcPts val="0"/>
              </a:spcBef>
            </a:pPr>
            <a:r>
              <a:rPr lang="en-US" sz="1200" dirty="0">
                <a:solidFill>
                  <a:schemeClr val="accent1"/>
                </a:solidFill>
              </a:rPr>
              <a:t>Renaming columns</a:t>
            </a:r>
          </a:p>
          <a:p>
            <a:pPr>
              <a:spcBef>
                <a:spcPts val="0"/>
              </a:spcBef>
            </a:pPr>
            <a:r>
              <a:rPr lang="en-US" sz="1200" dirty="0">
                <a:solidFill>
                  <a:schemeClr val="accent1"/>
                </a:solidFill>
              </a:rPr>
              <a:t>Converting Call ID to Respond ID</a:t>
            </a:r>
            <a:endParaRPr lang="en-US" sz="1200" dirty="0"/>
          </a:p>
        </p:txBody>
      </p:sp>
    </p:spTree>
    <p:extLst>
      <p:ext uri="{BB962C8B-B14F-4D97-AF65-F5344CB8AC3E}">
        <p14:creationId xmlns:p14="http://schemas.microsoft.com/office/powerpoint/2010/main" val="2430284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itle 84">
            <a:extLst>
              <a:ext uri="{FF2B5EF4-FFF2-40B4-BE49-F238E27FC236}">
                <a16:creationId xmlns:a16="http://schemas.microsoft.com/office/drawing/2014/main" id="{583A8370-72B5-4ECE-B5E0-5B47654B2410}"/>
              </a:ext>
            </a:extLst>
          </p:cNvPr>
          <p:cNvSpPr>
            <a:spLocks noGrp="1"/>
          </p:cNvSpPr>
          <p:nvPr>
            <p:ph type="title"/>
          </p:nvPr>
        </p:nvSpPr>
        <p:spPr>
          <a:xfrm>
            <a:off x="3058727" y="916997"/>
            <a:ext cx="6074545" cy="639192"/>
          </a:xfrm>
        </p:spPr>
        <p:txBody>
          <a:bodyPr/>
          <a:lstStyle/>
          <a:p>
            <a:r>
              <a:rPr lang="en-US" dirty="0"/>
              <a:t>Member journey</a:t>
            </a:r>
          </a:p>
        </p:txBody>
      </p:sp>
      <p:sp>
        <p:nvSpPr>
          <p:cNvPr id="2" name="Date Placeholder 1">
            <a:extLst>
              <a:ext uri="{FF2B5EF4-FFF2-40B4-BE49-F238E27FC236}">
                <a16:creationId xmlns:a16="http://schemas.microsoft.com/office/drawing/2014/main" id="{1057F3FD-3004-40DE-B48F-5B3CB1567FFA}"/>
              </a:ext>
            </a:extLst>
          </p:cNvPr>
          <p:cNvSpPr>
            <a:spLocks noGrp="1"/>
          </p:cNvSpPr>
          <p:nvPr>
            <p:ph type="dt" sz="half" idx="10"/>
          </p:nvPr>
        </p:nvSpPr>
        <p:spPr>
          <a:xfrm>
            <a:off x="838200" y="6515753"/>
            <a:ext cx="2743200" cy="205722"/>
          </a:xfrm>
        </p:spPr>
        <p:txBody>
          <a:bodyPr/>
          <a:lstStyle/>
          <a:p>
            <a:fld id="{363EE3C8-03F0-4B28-8523-CA04DE4EA21B}" type="datetime1">
              <a:rPr lang="en-US" smtClean="0"/>
              <a:t>6/3/2026</a:t>
            </a:fld>
            <a:endParaRPr lang="en-US" dirty="0"/>
          </a:p>
        </p:txBody>
      </p:sp>
      <p:sp>
        <p:nvSpPr>
          <p:cNvPr id="4" name="Slide Number Placeholder 3">
            <a:extLst>
              <a:ext uri="{FF2B5EF4-FFF2-40B4-BE49-F238E27FC236}">
                <a16:creationId xmlns:a16="http://schemas.microsoft.com/office/drawing/2014/main" id="{F637CBF2-4176-4C56-8824-858FA51AEF09}"/>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4</a:t>
            </a:fld>
            <a:endParaRPr lang="en-US" dirty="0"/>
          </a:p>
        </p:txBody>
      </p:sp>
      <p:graphicFrame>
        <p:nvGraphicFramePr>
          <p:cNvPr id="7" name="Diagram 6">
            <a:extLst>
              <a:ext uri="{FF2B5EF4-FFF2-40B4-BE49-F238E27FC236}">
                <a16:creationId xmlns:a16="http://schemas.microsoft.com/office/drawing/2014/main" id="{2102A6F0-DAD9-1822-9EBA-6C69C5FB1DD6}"/>
              </a:ext>
            </a:extLst>
          </p:cNvPr>
          <p:cNvGraphicFramePr/>
          <p:nvPr>
            <p:extLst>
              <p:ext uri="{D42A27DB-BD31-4B8C-83A1-F6EECF244321}">
                <p14:modId xmlns:p14="http://schemas.microsoft.com/office/powerpoint/2010/main" val="1499282593"/>
              </p:ext>
            </p:extLst>
          </p:nvPr>
        </p:nvGraphicFramePr>
        <p:xfrm>
          <a:off x="607684" y="1429695"/>
          <a:ext cx="10581725" cy="2511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5" name="Picture 24">
            <a:extLst>
              <a:ext uri="{FF2B5EF4-FFF2-40B4-BE49-F238E27FC236}">
                <a16:creationId xmlns:a16="http://schemas.microsoft.com/office/drawing/2014/main" id="{8BC95BB1-2FF7-02C1-2F3D-C710E2833AFD}"/>
              </a:ext>
            </a:extLst>
          </p:cNvPr>
          <p:cNvPicPr>
            <a:picLocks noChangeAspect="1"/>
          </p:cNvPicPr>
          <p:nvPr/>
        </p:nvPicPr>
        <p:blipFill>
          <a:blip r:embed="rId8"/>
          <a:stretch>
            <a:fillRect/>
          </a:stretch>
        </p:blipFill>
        <p:spPr>
          <a:xfrm>
            <a:off x="2946193" y="3355021"/>
            <a:ext cx="1495238" cy="1171429"/>
          </a:xfrm>
          <a:prstGeom prst="rect">
            <a:avLst/>
          </a:prstGeom>
        </p:spPr>
      </p:pic>
      <p:pic>
        <p:nvPicPr>
          <p:cNvPr id="27" name="Picture 26">
            <a:extLst>
              <a:ext uri="{FF2B5EF4-FFF2-40B4-BE49-F238E27FC236}">
                <a16:creationId xmlns:a16="http://schemas.microsoft.com/office/drawing/2014/main" id="{AD6F25C0-CF28-F1DB-3879-33FD9F07243B}"/>
              </a:ext>
            </a:extLst>
          </p:cNvPr>
          <p:cNvPicPr>
            <a:picLocks noChangeAspect="1"/>
          </p:cNvPicPr>
          <p:nvPr/>
        </p:nvPicPr>
        <p:blipFill>
          <a:blip r:embed="rId9"/>
          <a:stretch>
            <a:fillRect/>
          </a:stretch>
        </p:blipFill>
        <p:spPr>
          <a:xfrm>
            <a:off x="838200" y="3355022"/>
            <a:ext cx="1180227" cy="1171429"/>
          </a:xfrm>
          <a:prstGeom prst="rect">
            <a:avLst/>
          </a:prstGeom>
        </p:spPr>
      </p:pic>
      <p:pic>
        <p:nvPicPr>
          <p:cNvPr id="29" name="Picture 28">
            <a:extLst>
              <a:ext uri="{FF2B5EF4-FFF2-40B4-BE49-F238E27FC236}">
                <a16:creationId xmlns:a16="http://schemas.microsoft.com/office/drawing/2014/main" id="{93DC201B-CC3E-5425-4803-A1D1407C3B88}"/>
              </a:ext>
            </a:extLst>
          </p:cNvPr>
          <p:cNvPicPr>
            <a:picLocks noChangeAspect="1"/>
          </p:cNvPicPr>
          <p:nvPr/>
        </p:nvPicPr>
        <p:blipFill>
          <a:blip r:embed="rId10"/>
          <a:stretch>
            <a:fillRect/>
          </a:stretch>
        </p:blipFill>
        <p:spPr>
          <a:xfrm>
            <a:off x="5193991" y="3355020"/>
            <a:ext cx="1409110" cy="1171429"/>
          </a:xfrm>
          <a:prstGeom prst="rect">
            <a:avLst/>
          </a:prstGeom>
        </p:spPr>
      </p:pic>
      <p:pic>
        <p:nvPicPr>
          <p:cNvPr id="31" name="Picture 30">
            <a:extLst>
              <a:ext uri="{FF2B5EF4-FFF2-40B4-BE49-F238E27FC236}">
                <a16:creationId xmlns:a16="http://schemas.microsoft.com/office/drawing/2014/main" id="{5CFF1863-24C0-4EE5-9E73-7AE34A44D309}"/>
              </a:ext>
            </a:extLst>
          </p:cNvPr>
          <p:cNvPicPr>
            <a:picLocks noChangeAspect="1"/>
          </p:cNvPicPr>
          <p:nvPr/>
        </p:nvPicPr>
        <p:blipFill>
          <a:blip r:embed="rId11"/>
          <a:stretch>
            <a:fillRect/>
          </a:stretch>
        </p:blipFill>
        <p:spPr>
          <a:xfrm>
            <a:off x="7494845" y="3355019"/>
            <a:ext cx="1333842" cy="1171429"/>
          </a:xfrm>
          <a:prstGeom prst="rect">
            <a:avLst/>
          </a:prstGeom>
        </p:spPr>
      </p:pic>
      <p:pic>
        <p:nvPicPr>
          <p:cNvPr id="33" name="Picture 32">
            <a:extLst>
              <a:ext uri="{FF2B5EF4-FFF2-40B4-BE49-F238E27FC236}">
                <a16:creationId xmlns:a16="http://schemas.microsoft.com/office/drawing/2014/main" id="{CD4EAEC6-0F2A-6DD3-4FC2-94D15D5EAF79}"/>
              </a:ext>
            </a:extLst>
          </p:cNvPr>
          <p:cNvPicPr>
            <a:picLocks noChangeAspect="1"/>
          </p:cNvPicPr>
          <p:nvPr/>
        </p:nvPicPr>
        <p:blipFill>
          <a:blip r:embed="rId12"/>
          <a:stretch>
            <a:fillRect/>
          </a:stretch>
        </p:blipFill>
        <p:spPr>
          <a:xfrm>
            <a:off x="9720431" y="3355019"/>
            <a:ext cx="1333842" cy="1171931"/>
          </a:xfrm>
          <a:prstGeom prst="rect">
            <a:avLst/>
          </a:prstGeom>
        </p:spPr>
      </p:pic>
      <p:sp>
        <p:nvSpPr>
          <p:cNvPr id="3" name="Footer Placeholder 2">
            <a:extLst>
              <a:ext uri="{FF2B5EF4-FFF2-40B4-BE49-F238E27FC236}">
                <a16:creationId xmlns:a16="http://schemas.microsoft.com/office/drawing/2014/main" id="{6C406FDD-CB23-E7F3-84D8-A5F6560B8009}"/>
              </a:ext>
            </a:extLst>
          </p:cNvPr>
          <p:cNvSpPr>
            <a:spLocks noGrp="1"/>
          </p:cNvSpPr>
          <p:nvPr>
            <p:ph type="ftr" sz="quarter" idx="11"/>
          </p:nvPr>
        </p:nvSpPr>
        <p:spPr>
          <a:xfrm>
            <a:off x="4038600" y="6515753"/>
            <a:ext cx="4114800" cy="205722"/>
          </a:xfrm>
        </p:spPr>
        <p:txBody>
          <a:bodyPr/>
          <a:lstStyle/>
          <a:p>
            <a:r>
              <a:rPr lang="en-US" dirty="0"/>
              <a:t>capstone</a:t>
            </a:r>
          </a:p>
        </p:txBody>
      </p:sp>
    </p:spTree>
    <p:extLst>
      <p:ext uri="{BB962C8B-B14F-4D97-AF65-F5344CB8AC3E}">
        <p14:creationId xmlns:p14="http://schemas.microsoft.com/office/powerpoint/2010/main" val="10688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10">
            <a:extLst>
              <a:ext uri="{FF2B5EF4-FFF2-40B4-BE49-F238E27FC236}">
                <a16:creationId xmlns:a16="http://schemas.microsoft.com/office/drawing/2014/main" id="{27400555-FDF0-4051-BE1D-9F1757952D08}"/>
              </a:ext>
            </a:extLst>
          </p:cNvPr>
          <p:cNvSpPr>
            <a:spLocks noGrp="1"/>
          </p:cNvSpPr>
          <p:nvPr>
            <p:ph type="title"/>
          </p:nvPr>
        </p:nvSpPr>
        <p:spPr>
          <a:xfrm>
            <a:off x="5691924" y="649009"/>
            <a:ext cx="6408851" cy="665965"/>
          </a:xfrm>
        </p:spPr>
        <p:txBody>
          <a:bodyPr/>
          <a:lstStyle/>
          <a:p>
            <a:r>
              <a:rPr lang="en-US" dirty="0"/>
              <a:t>Survey Questions</a:t>
            </a:r>
          </a:p>
        </p:txBody>
      </p:sp>
      <p:sp>
        <p:nvSpPr>
          <p:cNvPr id="2" name="Date Placeholder 1">
            <a:extLst>
              <a:ext uri="{FF2B5EF4-FFF2-40B4-BE49-F238E27FC236}">
                <a16:creationId xmlns:a16="http://schemas.microsoft.com/office/drawing/2014/main" id="{7FB1AADE-B19E-418B-8245-970830BD4DEB}"/>
              </a:ext>
            </a:extLst>
          </p:cNvPr>
          <p:cNvSpPr>
            <a:spLocks noGrp="1"/>
          </p:cNvSpPr>
          <p:nvPr>
            <p:ph type="dt" sz="half" idx="10"/>
          </p:nvPr>
        </p:nvSpPr>
        <p:spPr>
          <a:xfrm>
            <a:off x="838200" y="6515753"/>
            <a:ext cx="2743200" cy="205722"/>
          </a:xfrm>
        </p:spPr>
        <p:txBody>
          <a:bodyPr/>
          <a:lstStyle/>
          <a:p>
            <a:fld id="{68697300-5B18-4CD1-8F88-F3DA3DA759A3}" type="datetime1">
              <a:rPr lang="en-US" smtClean="0"/>
              <a:t>6/3/2026</a:t>
            </a:fld>
            <a:endParaRPr lang="en-US" dirty="0"/>
          </a:p>
        </p:txBody>
      </p:sp>
      <p:sp>
        <p:nvSpPr>
          <p:cNvPr id="3" name="Footer Placeholder 2">
            <a:extLst>
              <a:ext uri="{FF2B5EF4-FFF2-40B4-BE49-F238E27FC236}">
                <a16:creationId xmlns:a16="http://schemas.microsoft.com/office/drawing/2014/main" id="{52AE4C98-8D28-4E84-B804-8E35BF3ECA9D}"/>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CB7C6ECA-F6C9-4E40-9615-903B54C7BA2B}"/>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5</a:t>
            </a:fld>
            <a:endParaRPr lang="en-US" dirty="0"/>
          </a:p>
        </p:txBody>
      </p:sp>
      <p:graphicFrame>
        <p:nvGraphicFramePr>
          <p:cNvPr id="25" name="Diagram 24">
            <a:extLst>
              <a:ext uri="{FF2B5EF4-FFF2-40B4-BE49-F238E27FC236}">
                <a16:creationId xmlns:a16="http://schemas.microsoft.com/office/drawing/2014/main" id="{5E1F366F-609F-EADF-23B3-7D61F370A2E2}"/>
              </a:ext>
            </a:extLst>
          </p:cNvPr>
          <p:cNvGraphicFramePr/>
          <p:nvPr>
            <p:extLst>
              <p:ext uri="{D42A27DB-BD31-4B8C-83A1-F6EECF244321}">
                <p14:modId xmlns:p14="http://schemas.microsoft.com/office/powerpoint/2010/main" val="3235360633"/>
              </p:ext>
            </p:extLst>
          </p:nvPr>
        </p:nvGraphicFramePr>
        <p:xfrm>
          <a:off x="340248" y="1589809"/>
          <a:ext cx="11511503" cy="48290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3" name="Group 32">
            <a:extLst>
              <a:ext uri="{FF2B5EF4-FFF2-40B4-BE49-F238E27FC236}">
                <a16:creationId xmlns:a16="http://schemas.microsoft.com/office/drawing/2014/main" id="{F917A1D8-BC41-291F-4BC5-5A8319818F6B}"/>
              </a:ext>
            </a:extLst>
          </p:cNvPr>
          <p:cNvGrpSpPr/>
          <p:nvPr/>
        </p:nvGrpSpPr>
        <p:grpSpPr>
          <a:xfrm>
            <a:off x="4467038" y="4912696"/>
            <a:ext cx="7564751" cy="710989"/>
            <a:chOff x="4046108" y="2283248"/>
            <a:chExt cx="7328733" cy="605361"/>
          </a:xfrm>
        </p:grpSpPr>
        <p:sp>
          <p:nvSpPr>
            <p:cNvPr id="34" name="Rectangle: Top Corners Rounded 33">
              <a:extLst>
                <a:ext uri="{FF2B5EF4-FFF2-40B4-BE49-F238E27FC236}">
                  <a16:creationId xmlns:a16="http://schemas.microsoft.com/office/drawing/2014/main" id="{709FB83C-5198-C407-3D84-4CAFA9040870}"/>
                </a:ext>
              </a:extLst>
            </p:cNvPr>
            <p:cNvSpPr/>
            <p:nvPr/>
          </p:nvSpPr>
          <p:spPr>
            <a:xfrm rot="5400000">
              <a:off x="7382434" y="-1053078"/>
              <a:ext cx="508881" cy="7181534"/>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35" name="Rectangle: Top Corners Rounded 4">
              <a:extLst>
                <a:ext uri="{FF2B5EF4-FFF2-40B4-BE49-F238E27FC236}">
                  <a16:creationId xmlns:a16="http://schemas.microsoft.com/office/drawing/2014/main" id="{93B60D3B-EE5C-3F85-F968-5AC8521716DF}"/>
                </a:ext>
              </a:extLst>
            </p:cNvPr>
            <p:cNvSpPr txBox="1"/>
            <p:nvPr/>
          </p:nvSpPr>
          <p:spPr>
            <a:xfrm>
              <a:off x="4220836" y="2379728"/>
              <a:ext cx="7154005" cy="50888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200" kern="1200" dirty="0"/>
                <a:t>On a scale of 1 to 5, where 1 is strongly disagree and 5 is strongly agree, how much do you agree that the representative treated you with courtesy and respect?</a:t>
              </a:r>
            </a:p>
            <a:p>
              <a:pPr marL="114300" lvl="1" indent="-114300" algn="l" defTabSz="622300">
                <a:lnSpc>
                  <a:spcPct val="90000"/>
                </a:lnSpc>
                <a:spcBef>
                  <a:spcPct val="0"/>
                </a:spcBef>
                <a:spcAft>
                  <a:spcPct val="15000"/>
                </a:spcAft>
                <a:buChar char="•"/>
              </a:pPr>
              <a:endParaRPr lang="en-US" sz="1400" kern="1200" dirty="0"/>
            </a:p>
          </p:txBody>
        </p:sp>
      </p:grpSp>
      <p:grpSp>
        <p:nvGrpSpPr>
          <p:cNvPr id="36" name="Group 35">
            <a:extLst>
              <a:ext uri="{FF2B5EF4-FFF2-40B4-BE49-F238E27FC236}">
                <a16:creationId xmlns:a16="http://schemas.microsoft.com/office/drawing/2014/main" id="{9EF7FDF9-E55D-449F-4B0D-A30DEC3ACC94}"/>
              </a:ext>
            </a:extLst>
          </p:cNvPr>
          <p:cNvGrpSpPr/>
          <p:nvPr/>
        </p:nvGrpSpPr>
        <p:grpSpPr>
          <a:xfrm>
            <a:off x="4467039" y="5689117"/>
            <a:ext cx="7436933" cy="647233"/>
            <a:chOff x="3986112" y="2478751"/>
            <a:chExt cx="7181534" cy="592018"/>
          </a:xfrm>
        </p:grpSpPr>
        <p:sp>
          <p:nvSpPr>
            <p:cNvPr id="37" name="Rectangle: Top Corners Rounded 36">
              <a:extLst>
                <a:ext uri="{FF2B5EF4-FFF2-40B4-BE49-F238E27FC236}">
                  <a16:creationId xmlns:a16="http://schemas.microsoft.com/office/drawing/2014/main" id="{554E40D2-CC73-FEAC-ED09-28B62D5C2357}"/>
                </a:ext>
              </a:extLst>
            </p:cNvPr>
            <p:cNvSpPr/>
            <p:nvPr/>
          </p:nvSpPr>
          <p:spPr>
            <a:xfrm rot="5400000">
              <a:off x="7294909" y="-801967"/>
              <a:ext cx="563939" cy="7181534"/>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38" name="Rectangle: Top Corners Rounded 4">
              <a:extLst>
                <a:ext uri="{FF2B5EF4-FFF2-40B4-BE49-F238E27FC236}">
                  <a16:creationId xmlns:a16="http://schemas.microsoft.com/office/drawing/2014/main" id="{FE56E520-C1D0-E023-04F3-885E90D592C4}"/>
                </a:ext>
              </a:extLst>
            </p:cNvPr>
            <p:cNvSpPr txBox="1"/>
            <p:nvPr/>
          </p:nvSpPr>
          <p:spPr>
            <a:xfrm>
              <a:off x="4160272" y="2478751"/>
              <a:ext cx="6939888" cy="50888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endParaRPr lang="en-US" sz="1200" kern="1200" dirty="0"/>
            </a:p>
            <a:p>
              <a:pPr marL="114300" lvl="1" indent="-114300" algn="l" defTabSz="622300">
                <a:lnSpc>
                  <a:spcPct val="90000"/>
                </a:lnSpc>
                <a:spcBef>
                  <a:spcPct val="0"/>
                </a:spcBef>
                <a:spcAft>
                  <a:spcPct val="15000"/>
                </a:spcAft>
                <a:buChar char="•"/>
              </a:pPr>
              <a:r>
                <a:rPr lang="en-US" sz="1200" kern="1200" dirty="0"/>
                <a:t>What was the primary reason for your call today? Press 1 to find a dentist, Press 2 for appointments, Press 3 for questions about your dental benefits or Press 4 for other.</a:t>
              </a:r>
            </a:p>
          </p:txBody>
        </p:sp>
      </p:grpSp>
      <p:sp>
        <p:nvSpPr>
          <p:cNvPr id="8" name="Rectangle: Top Corners Rounded 7">
            <a:extLst>
              <a:ext uri="{FF2B5EF4-FFF2-40B4-BE49-F238E27FC236}">
                <a16:creationId xmlns:a16="http://schemas.microsoft.com/office/drawing/2014/main" id="{1F3B1B3D-88D3-6155-3729-ED79ABB65BAE}"/>
              </a:ext>
            </a:extLst>
          </p:cNvPr>
          <p:cNvSpPr/>
          <p:nvPr/>
        </p:nvSpPr>
        <p:spPr>
          <a:xfrm rot="5400000">
            <a:off x="7814543" y="-1682912"/>
            <a:ext cx="597675" cy="7292686"/>
          </a:xfrm>
          <a:prstGeom prst="round2Same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9" name="Rectangle: Top Corners Rounded 4">
            <a:extLst>
              <a:ext uri="{FF2B5EF4-FFF2-40B4-BE49-F238E27FC236}">
                <a16:creationId xmlns:a16="http://schemas.microsoft.com/office/drawing/2014/main" id="{AAB5E17A-DB40-B242-90C2-4C4D151BB020}"/>
              </a:ext>
            </a:extLst>
          </p:cNvPr>
          <p:cNvSpPr txBox="1"/>
          <p:nvPr/>
        </p:nvSpPr>
        <p:spPr>
          <a:xfrm>
            <a:off x="4647395" y="1722515"/>
            <a:ext cx="7299184" cy="44703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200" kern="1200" dirty="0"/>
              <a:t>Including today’s call, how many times have you contacted us to completely resolve your issue?</a:t>
            </a:r>
          </a:p>
        </p:txBody>
      </p:sp>
    </p:spTree>
    <p:extLst>
      <p:ext uri="{BB962C8B-B14F-4D97-AF65-F5344CB8AC3E}">
        <p14:creationId xmlns:p14="http://schemas.microsoft.com/office/powerpoint/2010/main" val="991619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12">
            <a:extLst>
              <a:ext uri="{FF2B5EF4-FFF2-40B4-BE49-F238E27FC236}">
                <a16:creationId xmlns:a16="http://schemas.microsoft.com/office/drawing/2014/main" id="{BFE2B5AB-A5E2-4E81-9A28-0F3EFE4B47B5}"/>
              </a:ext>
            </a:extLst>
          </p:cNvPr>
          <p:cNvSpPr>
            <a:spLocks noGrp="1"/>
          </p:cNvSpPr>
          <p:nvPr>
            <p:ph type="title"/>
          </p:nvPr>
        </p:nvSpPr>
        <p:spPr>
          <a:xfrm>
            <a:off x="211875" y="247665"/>
            <a:ext cx="3243986" cy="1353740"/>
          </a:xfrm>
        </p:spPr>
        <p:txBody>
          <a:bodyPr/>
          <a:lstStyle/>
          <a:p>
            <a:r>
              <a:rPr lang="en-US" dirty="0"/>
              <a:t>Total surveys received</a:t>
            </a:r>
          </a:p>
        </p:txBody>
      </p:sp>
      <p:pic>
        <p:nvPicPr>
          <p:cNvPr id="71" name="Picture Placeholder 70" descr="Group of women outline">
            <a:extLst>
              <a:ext uri="{FF2B5EF4-FFF2-40B4-BE49-F238E27FC236}">
                <a16:creationId xmlns:a16="http://schemas.microsoft.com/office/drawing/2014/main" id="{8737B8AB-109F-4DF2-8468-26ABD1CD1A97}"/>
              </a:ext>
            </a:extLst>
          </p:cNvPr>
          <p:cNvPicPr>
            <a:picLocks noGrp="1" noChangeAspect="1"/>
          </p:cNvPicPr>
          <p:nvPr>
            <p:ph type="pic" sz="quarter" idx="24"/>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450836" y="834329"/>
            <a:ext cx="599148" cy="600075"/>
          </a:xfrm>
        </p:spPr>
      </p:pic>
      <p:sp>
        <p:nvSpPr>
          <p:cNvPr id="107" name="Text Placeholder 106">
            <a:extLst>
              <a:ext uri="{FF2B5EF4-FFF2-40B4-BE49-F238E27FC236}">
                <a16:creationId xmlns:a16="http://schemas.microsoft.com/office/drawing/2014/main" id="{EE7D047E-59C2-45CD-92F2-D40EC13396D8}"/>
              </a:ext>
            </a:extLst>
          </p:cNvPr>
          <p:cNvSpPr>
            <a:spLocks noGrp="1"/>
          </p:cNvSpPr>
          <p:nvPr>
            <p:ph type="body" sz="quarter" idx="18"/>
          </p:nvPr>
        </p:nvSpPr>
        <p:spPr>
          <a:xfrm>
            <a:off x="3999277" y="861168"/>
            <a:ext cx="7932989" cy="470228"/>
          </a:xfrm>
        </p:spPr>
        <p:txBody>
          <a:bodyPr/>
          <a:lstStyle/>
          <a:p>
            <a:r>
              <a:rPr lang="en-US" sz="2400" dirty="0"/>
              <a:t>Surveys received between 01/2024 – 04/2026</a:t>
            </a:r>
          </a:p>
        </p:txBody>
      </p:sp>
      <p:sp>
        <p:nvSpPr>
          <p:cNvPr id="2" name="Date Placeholder 1">
            <a:extLst>
              <a:ext uri="{FF2B5EF4-FFF2-40B4-BE49-F238E27FC236}">
                <a16:creationId xmlns:a16="http://schemas.microsoft.com/office/drawing/2014/main" id="{2998B4C9-559E-4482-B57E-1FC2E444FB95}"/>
              </a:ext>
            </a:extLst>
          </p:cNvPr>
          <p:cNvSpPr>
            <a:spLocks noGrp="1"/>
          </p:cNvSpPr>
          <p:nvPr>
            <p:ph type="dt" sz="half" idx="10"/>
          </p:nvPr>
        </p:nvSpPr>
        <p:spPr>
          <a:xfrm>
            <a:off x="838200" y="6515753"/>
            <a:ext cx="2743200" cy="205722"/>
          </a:xfrm>
        </p:spPr>
        <p:txBody>
          <a:bodyPr/>
          <a:lstStyle/>
          <a:p>
            <a:fld id="{6E8A57A5-D974-4A62-B3DF-6D1DCD7D2031}" type="datetime1">
              <a:rPr lang="en-US" smtClean="0"/>
              <a:t>6/3/2026</a:t>
            </a:fld>
            <a:endParaRPr lang="en-US" dirty="0"/>
          </a:p>
        </p:txBody>
      </p:sp>
      <p:sp>
        <p:nvSpPr>
          <p:cNvPr id="3" name="Footer Placeholder 2">
            <a:extLst>
              <a:ext uri="{FF2B5EF4-FFF2-40B4-BE49-F238E27FC236}">
                <a16:creationId xmlns:a16="http://schemas.microsoft.com/office/drawing/2014/main" id="{16AD95C1-F665-4F74-A306-5BD09EA20DAD}"/>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A2AC6252-4303-4C45-9EC4-303A08CB4B58}"/>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6</a:t>
            </a:fld>
            <a:endParaRPr lang="en-US" dirty="0"/>
          </a:p>
        </p:txBody>
      </p:sp>
      <p:sp>
        <p:nvSpPr>
          <p:cNvPr id="9" name="TextBox 8">
            <a:extLst>
              <a:ext uri="{FF2B5EF4-FFF2-40B4-BE49-F238E27FC236}">
                <a16:creationId xmlns:a16="http://schemas.microsoft.com/office/drawing/2014/main" id="{41A0C6DC-3D89-02C7-8698-D97A372711E8}"/>
              </a:ext>
            </a:extLst>
          </p:cNvPr>
          <p:cNvSpPr txBox="1"/>
          <p:nvPr/>
        </p:nvSpPr>
        <p:spPr>
          <a:xfrm>
            <a:off x="8420348" y="2551837"/>
            <a:ext cx="3530225" cy="2031325"/>
          </a:xfrm>
          <a:prstGeom prst="rect">
            <a:avLst/>
          </a:prstGeom>
          <a:noFill/>
        </p:spPr>
        <p:txBody>
          <a:bodyPr wrap="square">
            <a:spAutoFit/>
          </a:bodyPr>
          <a:lstStyle/>
          <a:p>
            <a:r>
              <a:rPr lang="en-US" sz="1400" dirty="0">
                <a:solidFill>
                  <a:schemeClr val="accent1"/>
                </a:solidFill>
              </a:rPr>
              <a:t>Medicare and Medicaid drive most of the survey volume and represent the greatest influence on overall member experience performance.  </a:t>
            </a:r>
          </a:p>
          <a:p>
            <a:endParaRPr lang="en-US" sz="1400" dirty="0">
              <a:solidFill>
                <a:schemeClr val="accent1"/>
              </a:solidFill>
            </a:endParaRPr>
          </a:p>
          <a:p>
            <a:r>
              <a:rPr lang="en-US" sz="1400" dirty="0">
                <a:solidFill>
                  <a:schemeClr val="accent1"/>
                </a:solidFill>
              </a:rPr>
              <a:t>Other lines of business contribute comparatively less, reinforcing the need to prioritize Medicare and Medicaid for improvement efforts and strategic focus.</a:t>
            </a:r>
          </a:p>
        </p:txBody>
      </p:sp>
      <p:sp>
        <p:nvSpPr>
          <p:cNvPr id="10" name="Text Placeholder 14">
            <a:extLst>
              <a:ext uri="{FF2B5EF4-FFF2-40B4-BE49-F238E27FC236}">
                <a16:creationId xmlns:a16="http://schemas.microsoft.com/office/drawing/2014/main" id="{200B8473-0078-5478-439C-C486FC6B2461}"/>
              </a:ext>
            </a:extLst>
          </p:cNvPr>
          <p:cNvSpPr txBox="1">
            <a:spLocks/>
          </p:cNvSpPr>
          <p:nvPr/>
        </p:nvSpPr>
        <p:spPr>
          <a:xfrm>
            <a:off x="8420349" y="1935665"/>
            <a:ext cx="2770890" cy="55087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surveys</a:t>
            </a:r>
          </a:p>
        </p:txBody>
      </p:sp>
      <p:pic>
        <p:nvPicPr>
          <p:cNvPr id="13" name="Picture 12">
            <a:extLst>
              <a:ext uri="{FF2B5EF4-FFF2-40B4-BE49-F238E27FC236}">
                <a16:creationId xmlns:a16="http://schemas.microsoft.com/office/drawing/2014/main" id="{3C65112D-5975-FDF3-9D9E-808C48BDF7B1}"/>
              </a:ext>
            </a:extLst>
          </p:cNvPr>
          <p:cNvPicPr>
            <a:picLocks noChangeAspect="1"/>
          </p:cNvPicPr>
          <p:nvPr/>
        </p:nvPicPr>
        <p:blipFill>
          <a:blip r:embed="rId4"/>
          <a:stretch>
            <a:fillRect/>
          </a:stretch>
        </p:blipFill>
        <p:spPr>
          <a:xfrm>
            <a:off x="386847" y="1732010"/>
            <a:ext cx="8033502" cy="4653138"/>
          </a:xfrm>
          <a:prstGeom prst="rect">
            <a:avLst/>
          </a:prstGeom>
        </p:spPr>
      </p:pic>
    </p:spTree>
    <p:extLst>
      <p:ext uri="{BB962C8B-B14F-4D97-AF65-F5344CB8AC3E}">
        <p14:creationId xmlns:p14="http://schemas.microsoft.com/office/powerpoint/2010/main" val="481774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25B0D-76E4-9C84-1E44-FBA377005DAD}"/>
            </a:ext>
          </a:extLst>
        </p:cNvPr>
        <p:cNvGrpSpPr/>
        <p:nvPr/>
      </p:nvGrpSpPr>
      <p:grpSpPr>
        <a:xfrm>
          <a:off x="0" y="0"/>
          <a:ext cx="0" cy="0"/>
          <a:chOff x="0" y="0"/>
          <a:chExt cx="0" cy="0"/>
        </a:xfrm>
      </p:grpSpPr>
      <p:sp>
        <p:nvSpPr>
          <p:cNvPr id="111" name="Title 110">
            <a:extLst>
              <a:ext uri="{FF2B5EF4-FFF2-40B4-BE49-F238E27FC236}">
                <a16:creationId xmlns:a16="http://schemas.microsoft.com/office/drawing/2014/main" id="{3B7F265D-2A8E-9B09-3BC6-18083443822F}"/>
              </a:ext>
            </a:extLst>
          </p:cNvPr>
          <p:cNvSpPr>
            <a:spLocks noGrp="1"/>
          </p:cNvSpPr>
          <p:nvPr>
            <p:ph type="title"/>
          </p:nvPr>
        </p:nvSpPr>
        <p:spPr>
          <a:xfrm>
            <a:off x="3089763" y="483152"/>
            <a:ext cx="4508003" cy="665965"/>
          </a:xfrm>
        </p:spPr>
        <p:txBody>
          <a:bodyPr/>
          <a:lstStyle/>
          <a:p>
            <a:r>
              <a:rPr lang="en-US" dirty="0"/>
              <a:t>Call Reasons</a:t>
            </a:r>
          </a:p>
        </p:txBody>
      </p:sp>
      <p:sp>
        <p:nvSpPr>
          <p:cNvPr id="2" name="Date Placeholder 1">
            <a:extLst>
              <a:ext uri="{FF2B5EF4-FFF2-40B4-BE49-F238E27FC236}">
                <a16:creationId xmlns:a16="http://schemas.microsoft.com/office/drawing/2014/main" id="{03DD060A-3A82-7C2E-9126-6AC12DC6DB80}"/>
              </a:ext>
            </a:extLst>
          </p:cNvPr>
          <p:cNvSpPr>
            <a:spLocks noGrp="1"/>
          </p:cNvSpPr>
          <p:nvPr>
            <p:ph type="dt" sz="half" idx="10"/>
          </p:nvPr>
        </p:nvSpPr>
        <p:spPr>
          <a:xfrm>
            <a:off x="838200" y="6515753"/>
            <a:ext cx="2743200" cy="205722"/>
          </a:xfrm>
        </p:spPr>
        <p:txBody>
          <a:bodyPr/>
          <a:lstStyle/>
          <a:p>
            <a:fld id="{7CAE9080-0A44-4FE5-9FDC-2C852CD69762}" type="datetime1">
              <a:rPr lang="en-US" smtClean="0"/>
              <a:t>6/3/2026</a:t>
            </a:fld>
            <a:endParaRPr lang="en-US" dirty="0"/>
          </a:p>
        </p:txBody>
      </p:sp>
      <p:sp>
        <p:nvSpPr>
          <p:cNvPr id="3" name="Footer Placeholder 2">
            <a:extLst>
              <a:ext uri="{FF2B5EF4-FFF2-40B4-BE49-F238E27FC236}">
                <a16:creationId xmlns:a16="http://schemas.microsoft.com/office/drawing/2014/main" id="{F3951E0D-75A5-9945-1056-D4AA908ADFB5}"/>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039918A8-9FC2-5EBC-6AF2-CE4591624AD5}"/>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7</a:t>
            </a:fld>
            <a:endParaRPr lang="en-US" dirty="0"/>
          </a:p>
        </p:txBody>
      </p:sp>
      <p:sp>
        <p:nvSpPr>
          <p:cNvPr id="5" name="Text Placeholder 10">
            <a:extLst>
              <a:ext uri="{FF2B5EF4-FFF2-40B4-BE49-F238E27FC236}">
                <a16:creationId xmlns:a16="http://schemas.microsoft.com/office/drawing/2014/main" id="{8A8D5A46-8D67-78B6-2388-DA281C5E9D39}"/>
              </a:ext>
            </a:extLst>
          </p:cNvPr>
          <p:cNvSpPr txBox="1">
            <a:spLocks/>
          </p:cNvSpPr>
          <p:nvPr/>
        </p:nvSpPr>
        <p:spPr>
          <a:xfrm>
            <a:off x="2938934" y="984448"/>
            <a:ext cx="5318961" cy="5378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2400" dirty="0">
                <a:solidFill>
                  <a:schemeClr val="accent1">
                    <a:lumMod val="60000"/>
                    <a:lumOff val="40000"/>
                  </a:schemeClr>
                </a:solidFill>
                <a:latin typeface="+mj-lt"/>
              </a:rPr>
              <a:t>Primary Drivers of Member Contact</a:t>
            </a:r>
            <a:endParaRPr lang="en-US" sz="2400" dirty="0">
              <a:solidFill>
                <a:schemeClr val="accent1">
                  <a:lumMod val="60000"/>
                  <a:lumOff val="40000"/>
                </a:schemeClr>
              </a:solidFill>
              <a:latin typeface="+mj-lt"/>
            </a:endParaRPr>
          </a:p>
        </p:txBody>
      </p:sp>
      <p:pic>
        <p:nvPicPr>
          <p:cNvPr id="6" name="Picture 5">
            <a:extLst>
              <a:ext uri="{FF2B5EF4-FFF2-40B4-BE49-F238E27FC236}">
                <a16:creationId xmlns:a16="http://schemas.microsoft.com/office/drawing/2014/main" id="{B94635BF-4C4C-CB73-CC27-1818AE568500}"/>
              </a:ext>
            </a:extLst>
          </p:cNvPr>
          <p:cNvPicPr>
            <a:picLocks noChangeAspect="1"/>
          </p:cNvPicPr>
          <p:nvPr/>
        </p:nvPicPr>
        <p:blipFill>
          <a:blip r:embed="rId3"/>
          <a:stretch>
            <a:fillRect/>
          </a:stretch>
        </p:blipFill>
        <p:spPr>
          <a:xfrm>
            <a:off x="8257895" y="463386"/>
            <a:ext cx="1020678" cy="973289"/>
          </a:xfrm>
          <a:prstGeom prst="rect">
            <a:avLst/>
          </a:prstGeom>
        </p:spPr>
      </p:pic>
      <p:sp>
        <p:nvSpPr>
          <p:cNvPr id="9" name="TextBox 8">
            <a:extLst>
              <a:ext uri="{FF2B5EF4-FFF2-40B4-BE49-F238E27FC236}">
                <a16:creationId xmlns:a16="http://schemas.microsoft.com/office/drawing/2014/main" id="{BD0998AF-9332-3D6F-3F1E-40B0DFCA20CA}"/>
              </a:ext>
            </a:extLst>
          </p:cNvPr>
          <p:cNvSpPr txBox="1"/>
          <p:nvPr/>
        </p:nvSpPr>
        <p:spPr>
          <a:xfrm>
            <a:off x="8257895" y="2921168"/>
            <a:ext cx="3728893" cy="1384995"/>
          </a:xfrm>
          <a:prstGeom prst="rect">
            <a:avLst/>
          </a:prstGeom>
          <a:noFill/>
        </p:spPr>
        <p:txBody>
          <a:bodyPr wrap="square">
            <a:spAutoFit/>
          </a:bodyPr>
          <a:lstStyle/>
          <a:p>
            <a:r>
              <a:rPr lang="en-US" sz="1400" dirty="0">
                <a:solidFill>
                  <a:schemeClr val="accent1"/>
                </a:solidFill>
              </a:rPr>
              <a:t>“</a:t>
            </a:r>
            <a:r>
              <a:rPr lang="en-US" sz="1400" i="1" dirty="0">
                <a:solidFill>
                  <a:schemeClr val="accent1"/>
                </a:solidFill>
              </a:rPr>
              <a:t>Find a Dentist</a:t>
            </a:r>
            <a:r>
              <a:rPr lang="en-US" sz="1400" dirty="0">
                <a:solidFill>
                  <a:schemeClr val="accent1"/>
                </a:solidFill>
              </a:rPr>
              <a:t>” </a:t>
            </a:r>
            <a:r>
              <a:rPr lang="en-US" sz="1400" b="1" dirty="0">
                <a:solidFill>
                  <a:schemeClr val="accent1"/>
                </a:solidFill>
              </a:rPr>
              <a:t>42.5%</a:t>
            </a:r>
            <a:r>
              <a:rPr lang="en-US" sz="1400" dirty="0">
                <a:solidFill>
                  <a:schemeClr val="accent1"/>
                </a:solidFill>
              </a:rPr>
              <a:t> and “</a:t>
            </a:r>
            <a:r>
              <a:rPr lang="en-US" sz="1400" i="1" dirty="0">
                <a:solidFill>
                  <a:schemeClr val="accent1"/>
                </a:solidFill>
              </a:rPr>
              <a:t>Dental Benefits</a:t>
            </a:r>
            <a:r>
              <a:rPr lang="en-US" sz="1400" dirty="0">
                <a:solidFill>
                  <a:schemeClr val="accent1"/>
                </a:solidFill>
              </a:rPr>
              <a:t>” </a:t>
            </a:r>
            <a:r>
              <a:rPr lang="en-US" sz="1400" b="1" dirty="0">
                <a:solidFill>
                  <a:schemeClr val="accent1"/>
                </a:solidFill>
              </a:rPr>
              <a:t>37.4%</a:t>
            </a:r>
            <a:r>
              <a:rPr lang="en-US" sz="1400" dirty="0">
                <a:solidFill>
                  <a:schemeClr val="accent1"/>
                </a:solidFill>
              </a:rPr>
              <a:t> are the largest drivers of member contact and survey volume, indicating that provider access and benefit-related inquiries are the most significant factors shaping the member experience.</a:t>
            </a:r>
          </a:p>
        </p:txBody>
      </p:sp>
      <p:sp>
        <p:nvSpPr>
          <p:cNvPr id="11" name="Text Placeholder 14">
            <a:extLst>
              <a:ext uri="{FF2B5EF4-FFF2-40B4-BE49-F238E27FC236}">
                <a16:creationId xmlns:a16="http://schemas.microsoft.com/office/drawing/2014/main" id="{FA657EBE-65F1-9BB0-A4E6-51E6D0D9DC69}"/>
              </a:ext>
            </a:extLst>
          </p:cNvPr>
          <p:cNvSpPr txBox="1">
            <a:spLocks/>
          </p:cNvSpPr>
          <p:nvPr/>
        </p:nvSpPr>
        <p:spPr>
          <a:xfrm>
            <a:off x="8257895" y="2266035"/>
            <a:ext cx="2770890" cy="55087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Call reasons</a:t>
            </a:r>
          </a:p>
        </p:txBody>
      </p:sp>
      <p:pic>
        <p:nvPicPr>
          <p:cNvPr id="10" name="Picture 9">
            <a:extLst>
              <a:ext uri="{FF2B5EF4-FFF2-40B4-BE49-F238E27FC236}">
                <a16:creationId xmlns:a16="http://schemas.microsoft.com/office/drawing/2014/main" id="{A3ED0B00-53CD-E43B-5004-5E42C94284F4}"/>
              </a:ext>
            </a:extLst>
          </p:cNvPr>
          <p:cNvPicPr>
            <a:picLocks noChangeAspect="1"/>
          </p:cNvPicPr>
          <p:nvPr/>
        </p:nvPicPr>
        <p:blipFill>
          <a:blip r:embed="rId4"/>
          <a:stretch>
            <a:fillRect/>
          </a:stretch>
        </p:blipFill>
        <p:spPr>
          <a:xfrm>
            <a:off x="1367453" y="1516066"/>
            <a:ext cx="6746255" cy="4992680"/>
          </a:xfrm>
          <a:prstGeom prst="rect">
            <a:avLst/>
          </a:prstGeom>
        </p:spPr>
      </p:pic>
    </p:spTree>
    <p:extLst>
      <p:ext uri="{BB962C8B-B14F-4D97-AF65-F5344CB8AC3E}">
        <p14:creationId xmlns:p14="http://schemas.microsoft.com/office/powerpoint/2010/main" val="1296234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person looking at a computer screen&#10;">
            <a:extLst>
              <a:ext uri="{FF2B5EF4-FFF2-40B4-BE49-F238E27FC236}">
                <a16:creationId xmlns:a16="http://schemas.microsoft.com/office/drawing/2014/main" id="{EACF9A43-5E16-41F1-82E2-77469D7E3D6A}"/>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466725" y="466725"/>
            <a:ext cx="11258550" cy="5924550"/>
          </a:xfrm>
        </p:spPr>
      </p:pic>
      <p:sp>
        <p:nvSpPr>
          <p:cNvPr id="5" name="Title 4">
            <a:extLst>
              <a:ext uri="{FF2B5EF4-FFF2-40B4-BE49-F238E27FC236}">
                <a16:creationId xmlns:a16="http://schemas.microsoft.com/office/drawing/2014/main" id="{270115D3-F5ED-4220-BDFD-9D87A29F2D4C}"/>
              </a:ext>
            </a:extLst>
          </p:cNvPr>
          <p:cNvSpPr>
            <a:spLocks noGrp="1"/>
          </p:cNvSpPr>
          <p:nvPr>
            <p:ph type="title"/>
          </p:nvPr>
        </p:nvSpPr>
        <p:spPr/>
        <p:txBody>
          <a:bodyPr/>
          <a:lstStyle/>
          <a:p>
            <a:r>
              <a:rPr lang="en-US" dirty="0"/>
              <a:t>Low Raters</a:t>
            </a:r>
            <a:br>
              <a:rPr lang="en-US" dirty="0"/>
            </a:br>
            <a:r>
              <a:rPr lang="en-US" sz="2400" dirty="0"/>
              <a:t>understanding Drivers of dissatisfaction </a:t>
            </a:r>
            <a:endParaRPr lang="en-US" dirty="0"/>
          </a:p>
        </p:txBody>
      </p:sp>
    </p:spTree>
    <p:extLst>
      <p:ext uri="{BB962C8B-B14F-4D97-AF65-F5344CB8AC3E}">
        <p14:creationId xmlns:p14="http://schemas.microsoft.com/office/powerpoint/2010/main" val="333780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3737-459E-DB3A-F8B4-9D2CF22C0D6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DCA53C2-6279-2E7A-FC38-1D9B87F5CC83}"/>
              </a:ext>
            </a:extLst>
          </p:cNvPr>
          <p:cNvSpPr>
            <a:spLocks noGrp="1"/>
          </p:cNvSpPr>
          <p:nvPr>
            <p:ph type="dt" sz="half" idx="10"/>
          </p:nvPr>
        </p:nvSpPr>
        <p:spPr>
          <a:xfrm>
            <a:off x="838200" y="6515753"/>
            <a:ext cx="2743200" cy="205722"/>
          </a:xfrm>
        </p:spPr>
        <p:txBody>
          <a:bodyPr/>
          <a:lstStyle/>
          <a:p>
            <a:fld id="{724BA82E-4B80-46F4-8E31-8781BDF91289}" type="datetime1">
              <a:rPr lang="en-US" smtClean="0"/>
              <a:t>6/3/2026</a:t>
            </a:fld>
            <a:endParaRPr lang="en-US" dirty="0"/>
          </a:p>
        </p:txBody>
      </p:sp>
      <p:sp>
        <p:nvSpPr>
          <p:cNvPr id="3" name="Footer Placeholder 2">
            <a:extLst>
              <a:ext uri="{FF2B5EF4-FFF2-40B4-BE49-F238E27FC236}">
                <a16:creationId xmlns:a16="http://schemas.microsoft.com/office/drawing/2014/main" id="{C81C5428-61F6-2122-AD27-5A6FCF0C01FB}"/>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26879EB6-144B-31E4-7E61-5CEC22BE8584}"/>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9</a:t>
            </a:fld>
            <a:endParaRPr lang="en-US" dirty="0"/>
          </a:p>
        </p:txBody>
      </p:sp>
      <p:pic>
        <p:nvPicPr>
          <p:cNvPr id="9" name="Picture 8">
            <a:extLst>
              <a:ext uri="{FF2B5EF4-FFF2-40B4-BE49-F238E27FC236}">
                <a16:creationId xmlns:a16="http://schemas.microsoft.com/office/drawing/2014/main" id="{AB125C7B-9266-651B-B035-890560EA91F2}"/>
              </a:ext>
            </a:extLst>
          </p:cNvPr>
          <p:cNvPicPr>
            <a:picLocks noChangeAspect="1"/>
          </p:cNvPicPr>
          <p:nvPr/>
        </p:nvPicPr>
        <p:blipFill>
          <a:blip r:embed="rId3"/>
          <a:stretch>
            <a:fillRect/>
          </a:stretch>
        </p:blipFill>
        <p:spPr>
          <a:xfrm>
            <a:off x="8277520" y="464019"/>
            <a:ext cx="1076166" cy="974256"/>
          </a:xfrm>
          <a:prstGeom prst="rect">
            <a:avLst/>
          </a:prstGeom>
        </p:spPr>
      </p:pic>
      <p:sp>
        <p:nvSpPr>
          <p:cNvPr id="12" name="Title 11">
            <a:extLst>
              <a:ext uri="{FF2B5EF4-FFF2-40B4-BE49-F238E27FC236}">
                <a16:creationId xmlns:a16="http://schemas.microsoft.com/office/drawing/2014/main" id="{2BF42600-EACE-979A-9BFE-5C19F4FDE4EA}"/>
              </a:ext>
            </a:extLst>
          </p:cNvPr>
          <p:cNvSpPr>
            <a:spLocks noGrp="1"/>
          </p:cNvSpPr>
          <p:nvPr>
            <p:ph type="title"/>
          </p:nvPr>
        </p:nvSpPr>
        <p:spPr>
          <a:xfrm>
            <a:off x="3146833" y="427492"/>
            <a:ext cx="3918800" cy="665965"/>
          </a:xfrm>
        </p:spPr>
        <p:txBody>
          <a:bodyPr/>
          <a:lstStyle/>
          <a:p>
            <a:r>
              <a:rPr lang="en-US" dirty="0"/>
              <a:t>Low raters</a:t>
            </a:r>
          </a:p>
        </p:txBody>
      </p:sp>
      <p:sp>
        <p:nvSpPr>
          <p:cNvPr id="7" name="Text Placeholder 10">
            <a:extLst>
              <a:ext uri="{FF2B5EF4-FFF2-40B4-BE49-F238E27FC236}">
                <a16:creationId xmlns:a16="http://schemas.microsoft.com/office/drawing/2014/main" id="{EB3EF400-96A5-E5A8-7299-12EF5C3D3EF1}"/>
              </a:ext>
            </a:extLst>
          </p:cNvPr>
          <p:cNvSpPr txBox="1">
            <a:spLocks/>
          </p:cNvSpPr>
          <p:nvPr/>
        </p:nvSpPr>
        <p:spPr>
          <a:xfrm>
            <a:off x="2761307" y="937688"/>
            <a:ext cx="5196685" cy="3729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2400" dirty="0">
                <a:solidFill>
                  <a:schemeClr val="accent1">
                    <a:lumMod val="60000"/>
                    <a:lumOff val="40000"/>
                  </a:schemeClr>
                </a:solidFill>
                <a:latin typeface="+mj-lt"/>
              </a:rPr>
              <a:t>Drivers of Member Dissatisfaction</a:t>
            </a:r>
            <a:endParaRPr lang="en-US" sz="2400" dirty="0">
              <a:solidFill>
                <a:schemeClr val="accent1">
                  <a:lumMod val="60000"/>
                  <a:lumOff val="40000"/>
                </a:schemeClr>
              </a:solidFill>
              <a:latin typeface="+mj-lt"/>
            </a:endParaRPr>
          </a:p>
        </p:txBody>
      </p:sp>
      <p:sp>
        <p:nvSpPr>
          <p:cNvPr id="13" name="Text Placeholder 14">
            <a:extLst>
              <a:ext uri="{FF2B5EF4-FFF2-40B4-BE49-F238E27FC236}">
                <a16:creationId xmlns:a16="http://schemas.microsoft.com/office/drawing/2014/main" id="{E10C02A7-FCBB-A4B2-C5B3-0DF0CB724025}"/>
              </a:ext>
            </a:extLst>
          </p:cNvPr>
          <p:cNvSpPr txBox="1">
            <a:spLocks/>
          </p:cNvSpPr>
          <p:nvPr/>
        </p:nvSpPr>
        <p:spPr>
          <a:xfrm>
            <a:off x="8253661" y="1541769"/>
            <a:ext cx="3999241" cy="450547"/>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Find a Dentist</a:t>
            </a:r>
          </a:p>
        </p:txBody>
      </p:sp>
      <p:sp>
        <p:nvSpPr>
          <p:cNvPr id="14" name="Text Placeholder 13">
            <a:extLst>
              <a:ext uri="{FF2B5EF4-FFF2-40B4-BE49-F238E27FC236}">
                <a16:creationId xmlns:a16="http://schemas.microsoft.com/office/drawing/2014/main" id="{B10F139E-231D-A757-3A93-A17C16D27C1D}"/>
              </a:ext>
            </a:extLst>
          </p:cNvPr>
          <p:cNvSpPr txBox="1">
            <a:spLocks/>
          </p:cNvSpPr>
          <p:nvPr/>
        </p:nvSpPr>
        <p:spPr>
          <a:xfrm>
            <a:off x="8277520" y="1982781"/>
            <a:ext cx="3982004" cy="5508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400" dirty="0">
                <a:solidFill>
                  <a:schemeClr val="accent1"/>
                </a:solidFill>
              </a:rPr>
              <a:t>Leading call driver and primary source of dissatisfaction.</a:t>
            </a:r>
            <a:endParaRPr lang="en-US" sz="1400" dirty="0">
              <a:solidFill>
                <a:schemeClr val="accent1"/>
              </a:solidFill>
            </a:endParaRPr>
          </a:p>
        </p:txBody>
      </p:sp>
      <p:sp>
        <p:nvSpPr>
          <p:cNvPr id="16" name="Text Placeholder 14">
            <a:extLst>
              <a:ext uri="{FF2B5EF4-FFF2-40B4-BE49-F238E27FC236}">
                <a16:creationId xmlns:a16="http://schemas.microsoft.com/office/drawing/2014/main" id="{F59986AB-0181-F8E5-9B98-DF8678256A74}"/>
              </a:ext>
            </a:extLst>
          </p:cNvPr>
          <p:cNvSpPr txBox="1">
            <a:spLocks/>
          </p:cNvSpPr>
          <p:nvPr/>
        </p:nvSpPr>
        <p:spPr>
          <a:xfrm>
            <a:off x="8220706" y="2661755"/>
            <a:ext cx="3999241" cy="408696"/>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Line of Business</a:t>
            </a:r>
          </a:p>
        </p:txBody>
      </p:sp>
      <p:sp>
        <p:nvSpPr>
          <p:cNvPr id="17" name="Text Placeholder 14">
            <a:extLst>
              <a:ext uri="{FF2B5EF4-FFF2-40B4-BE49-F238E27FC236}">
                <a16:creationId xmlns:a16="http://schemas.microsoft.com/office/drawing/2014/main" id="{7118193F-C454-C0CE-6DD6-F29E99EAC04B}"/>
              </a:ext>
            </a:extLst>
          </p:cNvPr>
          <p:cNvSpPr txBox="1">
            <a:spLocks/>
          </p:cNvSpPr>
          <p:nvPr/>
        </p:nvSpPr>
        <p:spPr>
          <a:xfrm>
            <a:off x="8253661" y="4588754"/>
            <a:ext cx="3999241" cy="408696"/>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Action</a:t>
            </a:r>
          </a:p>
        </p:txBody>
      </p:sp>
      <p:sp>
        <p:nvSpPr>
          <p:cNvPr id="18" name="Text Placeholder 15">
            <a:extLst>
              <a:ext uri="{FF2B5EF4-FFF2-40B4-BE49-F238E27FC236}">
                <a16:creationId xmlns:a16="http://schemas.microsoft.com/office/drawing/2014/main" id="{9DB860FB-0431-4B4F-C1A2-D576C482C51D}"/>
              </a:ext>
            </a:extLst>
          </p:cNvPr>
          <p:cNvSpPr txBox="1">
            <a:spLocks/>
          </p:cNvSpPr>
          <p:nvPr/>
        </p:nvSpPr>
        <p:spPr>
          <a:xfrm>
            <a:off x="8230156" y="3070451"/>
            <a:ext cx="3799919" cy="9673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1400" dirty="0">
                <a:solidFill>
                  <a:schemeClr val="accent1"/>
                </a:solidFill>
              </a:rPr>
              <a:t>Medicaid and Medicare contribute the highest volume of low ratings across all call types. </a:t>
            </a:r>
          </a:p>
          <a:p>
            <a:r>
              <a:rPr lang="en-ZA" sz="1400" dirty="0">
                <a:solidFill>
                  <a:schemeClr val="accent1"/>
                </a:solidFill>
              </a:rPr>
              <a:t>High member volume also highlights meaningful improvement opportunities within these segments.  </a:t>
            </a:r>
            <a:endParaRPr lang="en-US" sz="1400" dirty="0">
              <a:solidFill>
                <a:schemeClr val="accent1"/>
              </a:solidFill>
            </a:endParaRPr>
          </a:p>
        </p:txBody>
      </p:sp>
      <p:sp>
        <p:nvSpPr>
          <p:cNvPr id="19" name="Text Placeholder 17">
            <a:extLst>
              <a:ext uri="{FF2B5EF4-FFF2-40B4-BE49-F238E27FC236}">
                <a16:creationId xmlns:a16="http://schemas.microsoft.com/office/drawing/2014/main" id="{9F723BD6-2AF6-D4AC-73DA-9A41015AE85E}"/>
              </a:ext>
            </a:extLst>
          </p:cNvPr>
          <p:cNvSpPr txBox="1">
            <a:spLocks/>
          </p:cNvSpPr>
          <p:nvPr/>
        </p:nvSpPr>
        <p:spPr>
          <a:xfrm>
            <a:off x="8222039" y="4997450"/>
            <a:ext cx="3808036" cy="11512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chemeClr val="accent1"/>
                </a:solidFill>
              </a:rPr>
              <a:t>Primary focus should be improving the “</a:t>
            </a:r>
            <a:r>
              <a:rPr lang="en-US" sz="1400" i="1" dirty="0">
                <a:solidFill>
                  <a:schemeClr val="accent1"/>
                </a:solidFill>
              </a:rPr>
              <a:t>Find a Dentist</a:t>
            </a:r>
            <a:r>
              <a:rPr lang="en-US" sz="1400" dirty="0">
                <a:solidFill>
                  <a:schemeClr val="accent1"/>
                </a:solidFill>
              </a:rPr>
              <a:t>” experience.</a:t>
            </a:r>
          </a:p>
          <a:p>
            <a:r>
              <a:rPr lang="en-US" sz="1400" dirty="0">
                <a:solidFill>
                  <a:schemeClr val="accent1"/>
                </a:solidFill>
              </a:rPr>
              <a:t>Key actions include strengthening agent guidance and improving benefit communication. </a:t>
            </a:r>
          </a:p>
        </p:txBody>
      </p:sp>
      <p:pic>
        <p:nvPicPr>
          <p:cNvPr id="6" name="Picture 5">
            <a:extLst>
              <a:ext uri="{FF2B5EF4-FFF2-40B4-BE49-F238E27FC236}">
                <a16:creationId xmlns:a16="http://schemas.microsoft.com/office/drawing/2014/main" id="{56DA0A76-760F-9882-19B9-D643A05C4BF7}"/>
              </a:ext>
            </a:extLst>
          </p:cNvPr>
          <p:cNvPicPr>
            <a:picLocks noChangeAspect="1"/>
          </p:cNvPicPr>
          <p:nvPr/>
        </p:nvPicPr>
        <p:blipFill>
          <a:blip r:embed="rId4"/>
          <a:stretch>
            <a:fillRect/>
          </a:stretch>
        </p:blipFill>
        <p:spPr>
          <a:xfrm>
            <a:off x="153734" y="1461541"/>
            <a:ext cx="8066972" cy="5054212"/>
          </a:xfrm>
          <a:prstGeom prst="rect">
            <a:avLst/>
          </a:prstGeom>
        </p:spPr>
      </p:pic>
    </p:spTree>
    <p:extLst>
      <p:ext uri="{BB962C8B-B14F-4D97-AF65-F5344CB8AC3E}">
        <p14:creationId xmlns:p14="http://schemas.microsoft.com/office/powerpoint/2010/main" val="2605117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Placeholder 46">
            <a:extLst>
              <a:ext uri="{FF2B5EF4-FFF2-40B4-BE49-F238E27FC236}">
                <a16:creationId xmlns:a16="http://schemas.microsoft.com/office/drawing/2014/main" id="{E9DF96FE-C271-F126-A33D-61F30921F96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184" r="5184"/>
          <a:stretch>
            <a:fillRect/>
          </a:stretch>
        </p:blipFill>
        <p:spPr>
          <a:xfrm flipH="1">
            <a:off x="1943094" y="0"/>
            <a:ext cx="8189196" cy="6858000"/>
          </a:xfrm>
          <a:prstGeom prst="rect">
            <a:avLst/>
          </a:prstGeom>
        </p:spPr>
      </p:pic>
      <p:sp>
        <p:nvSpPr>
          <p:cNvPr id="2" name="Date Placeholder 1">
            <a:extLst>
              <a:ext uri="{FF2B5EF4-FFF2-40B4-BE49-F238E27FC236}">
                <a16:creationId xmlns:a16="http://schemas.microsoft.com/office/drawing/2014/main" id="{9C3A22B3-849F-4C06-8221-BA818B212E1A}"/>
              </a:ext>
            </a:extLst>
          </p:cNvPr>
          <p:cNvSpPr>
            <a:spLocks noGrp="1"/>
          </p:cNvSpPr>
          <p:nvPr>
            <p:ph type="dt" sz="half" idx="10"/>
          </p:nvPr>
        </p:nvSpPr>
        <p:spPr>
          <a:xfrm>
            <a:off x="838200" y="6515753"/>
            <a:ext cx="2743200" cy="205722"/>
          </a:xfrm>
        </p:spPr>
        <p:txBody>
          <a:bodyPr/>
          <a:lstStyle/>
          <a:p>
            <a:r>
              <a:rPr lang="en-US" dirty="0"/>
              <a:t>5/12/2026</a:t>
            </a:r>
          </a:p>
        </p:txBody>
      </p:sp>
      <p:sp>
        <p:nvSpPr>
          <p:cNvPr id="3" name="Footer Placeholder 2">
            <a:extLst>
              <a:ext uri="{FF2B5EF4-FFF2-40B4-BE49-F238E27FC236}">
                <a16:creationId xmlns:a16="http://schemas.microsoft.com/office/drawing/2014/main" id="{D20FD375-4201-4035-9B0E-0E78EA549D1B}"/>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C9FA8E79-2231-42DD-834F-F399CC7D16DE}"/>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10</a:t>
            </a:fld>
            <a:endParaRPr lang="en-US" dirty="0"/>
          </a:p>
        </p:txBody>
      </p:sp>
      <p:sp>
        <p:nvSpPr>
          <p:cNvPr id="12" name="Title 11">
            <a:extLst>
              <a:ext uri="{FF2B5EF4-FFF2-40B4-BE49-F238E27FC236}">
                <a16:creationId xmlns:a16="http://schemas.microsoft.com/office/drawing/2014/main" id="{5750BCDC-BC7B-53BD-72E9-21D41B6901B3}"/>
              </a:ext>
            </a:extLst>
          </p:cNvPr>
          <p:cNvSpPr>
            <a:spLocks noGrp="1"/>
          </p:cNvSpPr>
          <p:nvPr>
            <p:ph type="title"/>
          </p:nvPr>
        </p:nvSpPr>
        <p:spPr>
          <a:xfrm>
            <a:off x="0" y="2541841"/>
            <a:ext cx="12192000" cy="1317214"/>
          </a:xfrm>
          <a:solidFill>
            <a:schemeClr val="accent6">
              <a:lumMod val="75000"/>
            </a:schemeClr>
          </a:solidFill>
        </p:spPr>
        <p:txBody>
          <a:bodyPr/>
          <a:lstStyle/>
          <a:p>
            <a:pPr algn="ctr"/>
            <a:r>
              <a:rPr lang="en-US" sz="5000" dirty="0"/>
              <a:t>HIGH RATERS</a:t>
            </a:r>
            <a:br>
              <a:rPr lang="en-US" sz="5000" dirty="0"/>
            </a:br>
            <a:r>
              <a:rPr lang="en-US" sz="2400" dirty="0"/>
              <a:t>drivers of positive member experience</a:t>
            </a:r>
            <a:endParaRPr lang="en-US" sz="5000" dirty="0"/>
          </a:p>
        </p:txBody>
      </p:sp>
    </p:spTree>
    <p:extLst>
      <p:ext uri="{BB962C8B-B14F-4D97-AF65-F5344CB8AC3E}">
        <p14:creationId xmlns:p14="http://schemas.microsoft.com/office/powerpoint/2010/main" val="2400646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CACB-61BF-6306-B92C-01FC01DCEF1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7C54-C7BE-662E-F98C-B614E511F7AA}"/>
              </a:ext>
            </a:extLst>
          </p:cNvPr>
          <p:cNvSpPr>
            <a:spLocks noGrp="1"/>
          </p:cNvSpPr>
          <p:nvPr>
            <p:ph type="dt" sz="half" idx="10"/>
          </p:nvPr>
        </p:nvSpPr>
        <p:spPr>
          <a:xfrm>
            <a:off x="838200" y="6515753"/>
            <a:ext cx="2743200" cy="205722"/>
          </a:xfrm>
        </p:spPr>
        <p:txBody>
          <a:bodyPr/>
          <a:lstStyle/>
          <a:p>
            <a:fld id="{724BA82E-4B80-46F4-8E31-8781BDF91289}" type="datetime1">
              <a:rPr lang="en-US" smtClean="0"/>
              <a:t>6/3/2026</a:t>
            </a:fld>
            <a:endParaRPr lang="en-US" dirty="0"/>
          </a:p>
        </p:txBody>
      </p:sp>
      <p:sp>
        <p:nvSpPr>
          <p:cNvPr id="3" name="Footer Placeholder 2">
            <a:extLst>
              <a:ext uri="{FF2B5EF4-FFF2-40B4-BE49-F238E27FC236}">
                <a16:creationId xmlns:a16="http://schemas.microsoft.com/office/drawing/2014/main" id="{E284ED12-D1E7-AEFB-2A65-EEA444F2E313}"/>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BD1700AC-8F0F-56BF-1595-A10056283885}"/>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11</a:t>
            </a:fld>
            <a:endParaRPr lang="en-US" dirty="0"/>
          </a:p>
        </p:txBody>
      </p:sp>
      <p:sp>
        <p:nvSpPr>
          <p:cNvPr id="10" name="Text Placeholder 10">
            <a:extLst>
              <a:ext uri="{FF2B5EF4-FFF2-40B4-BE49-F238E27FC236}">
                <a16:creationId xmlns:a16="http://schemas.microsoft.com/office/drawing/2014/main" id="{95FAFCFC-53FB-32C9-960B-6D479EB89150}"/>
              </a:ext>
            </a:extLst>
          </p:cNvPr>
          <p:cNvSpPr txBox="1">
            <a:spLocks/>
          </p:cNvSpPr>
          <p:nvPr/>
        </p:nvSpPr>
        <p:spPr>
          <a:xfrm>
            <a:off x="2926097" y="964414"/>
            <a:ext cx="4847063" cy="341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2400" dirty="0">
                <a:solidFill>
                  <a:schemeClr val="accent1">
                    <a:lumMod val="60000"/>
                    <a:lumOff val="40000"/>
                  </a:schemeClr>
                </a:solidFill>
                <a:latin typeface="+mj-lt"/>
              </a:rPr>
              <a:t>Call Reasons Driving Satisfaction</a:t>
            </a:r>
            <a:endParaRPr lang="en-US" sz="2400" dirty="0">
              <a:solidFill>
                <a:schemeClr val="accent1">
                  <a:lumMod val="60000"/>
                  <a:lumOff val="40000"/>
                </a:schemeClr>
              </a:solidFill>
              <a:latin typeface="+mj-lt"/>
            </a:endParaRPr>
          </a:p>
        </p:txBody>
      </p:sp>
      <p:sp>
        <p:nvSpPr>
          <p:cNvPr id="12" name="Title 11">
            <a:extLst>
              <a:ext uri="{FF2B5EF4-FFF2-40B4-BE49-F238E27FC236}">
                <a16:creationId xmlns:a16="http://schemas.microsoft.com/office/drawing/2014/main" id="{62CD2792-39D1-E28F-98B2-B1B3C70BDF2B}"/>
              </a:ext>
            </a:extLst>
          </p:cNvPr>
          <p:cNvSpPr>
            <a:spLocks noGrp="1"/>
          </p:cNvSpPr>
          <p:nvPr>
            <p:ph type="title"/>
          </p:nvPr>
        </p:nvSpPr>
        <p:spPr>
          <a:xfrm>
            <a:off x="3168713" y="458397"/>
            <a:ext cx="4087392" cy="665965"/>
          </a:xfrm>
        </p:spPr>
        <p:txBody>
          <a:bodyPr/>
          <a:lstStyle/>
          <a:p>
            <a:r>
              <a:rPr lang="en-US" dirty="0"/>
              <a:t>High raters</a:t>
            </a:r>
          </a:p>
        </p:txBody>
      </p:sp>
      <p:sp>
        <p:nvSpPr>
          <p:cNvPr id="6" name="TextBox 5">
            <a:extLst>
              <a:ext uri="{FF2B5EF4-FFF2-40B4-BE49-F238E27FC236}">
                <a16:creationId xmlns:a16="http://schemas.microsoft.com/office/drawing/2014/main" id="{A0B9E2B3-7AB3-A251-E4CF-5CB5FFB30E47}"/>
              </a:ext>
            </a:extLst>
          </p:cNvPr>
          <p:cNvSpPr txBox="1"/>
          <p:nvPr/>
        </p:nvSpPr>
        <p:spPr>
          <a:xfrm>
            <a:off x="8610600" y="2594679"/>
            <a:ext cx="3329313" cy="2246769"/>
          </a:xfrm>
          <a:prstGeom prst="rect">
            <a:avLst/>
          </a:prstGeom>
          <a:noFill/>
        </p:spPr>
        <p:txBody>
          <a:bodyPr wrap="square">
            <a:spAutoFit/>
          </a:bodyPr>
          <a:lstStyle/>
          <a:p>
            <a:pPr marL="171450" indent="-171450">
              <a:buFont typeface="Arial" panose="020B0604020202020204" pitchFamily="34" charset="0"/>
              <a:buChar char="•"/>
            </a:pPr>
            <a:r>
              <a:rPr lang="en-US" sz="1400" dirty="0">
                <a:solidFill>
                  <a:schemeClr val="accent1"/>
                </a:solidFill>
              </a:rPr>
              <a:t>High-rated experiences are driven by “</a:t>
            </a:r>
            <a:r>
              <a:rPr lang="en-US" sz="1400" i="1" dirty="0">
                <a:solidFill>
                  <a:schemeClr val="accent1"/>
                </a:solidFill>
              </a:rPr>
              <a:t>Find a Dentist</a:t>
            </a:r>
            <a:r>
              <a:rPr lang="en-US" sz="1400" dirty="0">
                <a:solidFill>
                  <a:schemeClr val="accent1"/>
                </a:solidFill>
              </a:rPr>
              <a:t>” and “</a:t>
            </a:r>
            <a:r>
              <a:rPr lang="en-US" sz="1400" i="1" dirty="0">
                <a:solidFill>
                  <a:schemeClr val="accent1"/>
                </a:solidFill>
              </a:rPr>
              <a:t>Dental Benefits</a:t>
            </a:r>
            <a:r>
              <a:rPr lang="en-US" sz="1400" dirty="0">
                <a:solidFill>
                  <a:schemeClr val="accent1"/>
                </a:solidFill>
              </a:rPr>
              <a:t>”.</a:t>
            </a:r>
          </a:p>
          <a:p>
            <a:pPr marL="171450" indent="-171450">
              <a:buFont typeface="Arial" panose="020B0604020202020204" pitchFamily="34" charset="0"/>
              <a:buChar char="•"/>
            </a:pPr>
            <a:endParaRPr lang="en-US" sz="1400" dirty="0">
              <a:solidFill>
                <a:schemeClr val="accent1"/>
              </a:solidFill>
            </a:endParaRPr>
          </a:p>
          <a:p>
            <a:pPr marL="171450" indent="-171450">
              <a:buFont typeface="Arial" panose="020B0604020202020204" pitchFamily="34" charset="0"/>
              <a:buChar char="•"/>
            </a:pPr>
            <a:r>
              <a:rPr lang="en-US" sz="1400" dirty="0">
                <a:solidFill>
                  <a:schemeClr val="accent1"/>
                </a:solidFill>
              </a:rPr>
              <a:t>Medicare and Medicaid drive the majority of positive feedback.</a:t>
            </a:r>
          </a:p>
          <a:p>
            <a:pPr marL="171450" indent="-171450">
              <a:buFont typeface="Arial" panose="020B0604020202020204" pitchFamily="34" charset="0"/>
              <a:buChar char="•"/>
            </a:pPr>
            <a:endParaRPr lang="en-US" sz="1400" dirty="0">
              <a:solidFill>
                <a:schemeClr val="accent1"/>
              </a:solidFill>
            </a:endParaRPr>
          </a:p>
          <a:p>
            <a:pPr marL="171450" indent="-171450">
              <a:buFont typeface="Arial" panose="020B0604020202020204" pitchFamily="34" charset="0"/>
              <a:buChar char="•"/>
            </a:pPr>
            <a:r>
              <a:rPr lang="en-US" sz="1400" dirty="0">
                <a:solidFill>
                  <a:schemeClr val="accent1"/>
                </a:solidFill>
              </a:rPr>
              <a:t>Maintaining performance across these high-volume interactions will be critical to sustaining member satisfaction.</a:t>
            </a:r>
          </a:p>
        </p:txBody>
      </p:sp>
      <p:sp>
        <p:nvSpPr>
          <p:cNvPr id="7" name="Text Placeholder 14">
            <a:extLst>
              <a:ext uri="{FF2B5EF4-FFF2-40B4-BE49-F238E27FC236}">
                <a16:creationId xmlns:a16="http://schemas.microsoft.com/office/drawing/2014/main" id="{621B0301-8099-5405-9C45-EC3ECB359D03}"/>
              </a:ext>
            </a:extLst>
          </p:cNvPr>
          <p:cNvSpPr txBox="1">
            <a:spLocks/>
          </p:cNvSpPr>
          <p:nvPr/>
        </p:nvSpPr>
        <p:spPr>
          <a:xfrm>
            <a:off x="8610600" y="1981538"/>
            <a:ext cx="3113638" cy="55087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100" baseline="0">
                <a:solidFill>
                  <a:schemeClr val="accent4"/>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Call reasons</a:t>
            </a:r>
          </a:p>
        </p:txBody>
      </p:sp>
      <p:pic>
        <p:nvPicPr>
          <p:cNvPr id="11" name="Picture 10">
            <a:extLst>
              <a:ext uri="{FF2B5EF4-FFF2-40B4-BE49-F238E27FC236}">
                <a16:creationId xmlns:a16="http://schemas.microsoft.com/office/drawing/2014/main" id="{6F637AEA-D733-5F2C-FA48-DA94AEC9195B}"/>
              </a:ext>
            </a:extLst>
          </p:cNvPr>
          <p:cNvPicPr>
            <a:picLocks noChangeAspect="1"/>
          </p:cNvPicPr>
          <p:nvPr/>
        </p:nvPicPr>
        <p:blipFill>
          <a:blip r:embed="rId3"/>
          <a:stretch>
            <a:fillRect/>
          </a:stretch>
        </p:blipFill>
        <p:spPr>
          <a:xfrm>
            <a:off x="8299269" y="458397"/>
            <a:ext cx="1091073" cy="969810"/>
          </a:xfrm>
          <a:prstGeom prst="rect">
            <a:avLst/>
          </a:prstGeom>
        </p:spPr>
      </p:pic>
      <p:pic>
        <p:nvPicPr>
          <p:cNvPr id="14" name="Picture 13">
            <a:extLst>
              <a:ext uri="{FF2B5EF4-FFF2-40B4-BE49-F238E27FC236}">
                <a16:creationId xmlns:a16="http://schemas.microsoft.com/office/drawing/2014/main" id="{F221C06B-3E31-E06B-B484-4FB32BAA9ADD}"/>
              </a:ext>
            </a:extLst>
          </p:cNvPr>
          <p:cNvPicPr>
            <a:picLocks noChangeAspect="1"/>
          </p:cNvPicPr>
          <p:nvPr/>
        </p:nvPicPr>
        <p:blipFill>
          <a:blip r:embed="rId4"/>
          <a:stretch>
            <a:fillRect/>
          </a:stretch>
        </p:blipFill>
        <p:spPr>
          <a:xfrm>
            <a:off x="334978" y="1635816"/>
            <a:ext cx="8275622" cy="4879937"/>
          </a:xfrm>
          <a:prstGeom prst="rect">
            <a:avLst/>
          </a:prstGeom>
        </p:spPr>
      </p:pic>
    </p:spTree>
    <p:extLst>
      <p:ext uri="{BB962C8B-B14F-4D97-AF65-F5344CB8AC3E}">
        <p14:creationId xmlns:p14="http://schemas.microsoft.com/office/powerpoint/2010/main" val="410288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1F5-FB79-25EC-408F-A5213B8BF34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2758FCE-CFAF-E1BB-77AA-63E3AA1F8A34}"/>
              </a:ext>
            </a:extLst>
          </p:cNvPr>
          <p:cNvPicPr>
            <a:picLocks noChangeAspect="1"/>
          </p:cNvPicPr>
          <p:nvPr/>
        </p:nvPicPr>
        <p:blipFill>
          <a:blip r:embed="rId3"/>
          <a:stretch>
            <a:fillRect/>
          </a:stretch>
        </p:blipFill>
        <p:spPr>
          <a:xfrm>
            <a:off x="580033" y="1580488"/>
            <a:ext cx="7398326" cy="4709622"/>
          </a:xfrm>
          <a:prstGeom prst="rect">
            <a:avLst/>
          </a:prstGeom>
        </p:spPr>
      </p:pic>
      <p:sp>
        <p:nvSpPr>
          <p:cNvPr id="45" name="Title 44">
            <a:extLst>
              <a:ext uri="{FF2B5EF4-FFF2-40B4-BE49-F238E27FC236}">
                <a16:creationId xmlns:a16="http://schemas.microsoft.com/office/drawing/2014/main" id="{71C1F9D0-8375-5A55-D27F-780B7AA8E8FD}"/>
              </a:ext>
            </a:extLst>
          </p:cNvPr>
          <p:cNvSpPr>
            <a:spLocks noGrp="1"/>
          </p:cNvSpPr>
          <p:nvPr>
            <p:ph type="title"/>
          </p:nvPr>
        </p:nvSpPr>
        <p:spPr>
          <a:xfrm>
            <a:off x="3581400" y="308878"/>
            <a:ext cx="4089356" cy="682498"/>
          </a:xfrm>
        </p:spPr>
        <p:txBody>
          <a:bodyPr/>
          <a:lstStyle/>
          <a:p>
            <a:r>
              <a:rPr lang="en-US" dirty="0"/>
              <a:t>Comparison </a:t>
            </a:r>
          </a:p>
        </p:txBody>
      </p:sp>
      <p:sp>
        <p:nvSpPr>
          <p:cNvPr id="24" name="Text Placeholder 23">
            <a:extLst>
              <a:ext uri="{FF2B5EF4-FFF2-40B4-BE49-F238E27FC236}">
                <a16:creationId xmlns:a16="http://schemas.microsoft.com/office/drawing/2014/main" id="{72F1512B-62F0-8908-49A4-F29A9DB754D3}"/>
              </a:ext>
            </a:extLst>
          </p:cNvPr>
          <p:cNvSpPr>
            <a:spLocks noGrp="1"/>
          </p:cNvSpPr>
          <p:nvPr>
            <p:ph type="body" sz="quarter" idx="17"/>
          </p:nvPr>
        </p:nvSpPr>
        <p:spPr>
          <a:xfrm>
            <a:off x="8153400" y="1670122"/>
            <a:ext cx="2937452" cy="426393"/>
          </a:xfrm>
        </p:spPr>
        <p:txBody>
          <a:bodyPr anchor="t"/>
          <a:lstStyle/>
          <a:p>
            <a:r>
              <a:rPr lang="en-US" b="1" dirty="0"/>
              <a:t>Breakdown</a:t>
            </a:r>
          </a:p>
        </p:txBody>
      </p:sp>
      <p:sp>
        <p:nvSpPr>
          <p:cNvPr id="2" name="Date Placeholder 1">
            <a:extLst>
              <a:ext uri="{FF2B5EF4-FFF2-40B4-BE49-F238E27FC236}">
                <a16:creationId xmlns:a16="http://schemas.microsoft.com/office/drawing/2014/main" id="{41C4DBC3-E896-B419-6393-73FC8A80DEE1}"/>
              </a:ext>
            </a:extLst>
          </p:cNvPr>
          <p:cNvSpPr>
            <a:spLocks noGrp="1"/>
          </p:cNvSpPr>
          <p:nvPr>
            <p:ph type="dt" sz="half" idx="10"/>
          </p:nvPr>
        </p:nvSpPr>
        <p:spPr>
          <a:xfrm>
            <a:off x="838200" y="6515753"/>
            <a:ext cx="2743200" cy="205722"/>
          </a:xfrm>
        </p:spPr>
        <p:txBody>
          <a:bodyPr/>
          <a:lstStyle/>
          <a:p>
            <a:fld id="{21315E1E-85DA-47BA-9921-5321DB88590F}" type="datetime1">
              <a:rPr lang="en-US" smtClean="0"/>
              <a:t>6/3/2026</a:t>
            </a:fld>
            <a:endParaRPr lang="en-US" dirty="0"/>
          </a:p>
        </p:txBody>
      </p:sp>
      <p:sp>
        <p:nvSpPr>
          <p:cNvPr id="3" name="Footer Placeholder 2">
            <a:extLst>
              <a:ext uri="{FF2B5EF4-FFF2-40B4-BE49-F238E27FC236}">
                <a16:creationId xmlns:a16="http://schemas.microsoft.com/office/drawing/2014/main" id="{ADB83307-6A52-A8D4-576B-807703EDCCFE}"/>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2C47D4E3-EDB4-0D9D-3924-CD7E5676E6A4}"/>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12</a:t>
            </a:fld>
            <a:endParaRPr lang="en-US" dirty="0"/>
          </a:p>
        </p:txBody>
      </p:sp>
      <p:sp>
        <p:nvSpPr>
          <p:cNvPr id="35" name="Text Placeholder 10">
            <a:extLst>
              <a:ext uri="{FF2B5EF4-FFF2-40B4-BE49-F238E27FC236}">
                <a16:creationId xmlns:a16="http://schemas.microsoft.com/office/drawing/2014/main" id="{976FD2D5-6D12-3D92-D70D-5BC000A76FE4}"/>
              </a:ext>
            </a:extLst>
          </p:cNvPr>
          <p:cNvSpPr txBox="1">
            <a:spLocks/>
          </p:cNvSpPr>
          <p:nvPr/>
        </p:nvSpPr>
        <p:spPr>
          <a:xfrm>
            <a:off x="3331422" y="816981"/>
            <a:ext cx="4677973" cy="5378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2400" dirty="0">
                <a:solidFill>
                  <a:schemeClr val="accent1">
                    <a:lumMod val="60000"/>
                    <a:lumOff val="40000"/>
                  </a:schemeClr>
                </a:solidFill>
                <a:latin typeface="+mj-lt"/>
              </a:rPr>
              <a:t>Comparison of Top Call Drivers</a:t>
            </a:r>
            <a:endParaRPr lang="en-US" sz="2400" dirty="0">
              <a:solidFill>
                <a:schemeClr val="accent1">
                  <a:lumMod val="60000"/>
                  <a:lumOff val="40000"/>
                </a:schemeClr>
              </a:solidFill>
              <a:latin typeface="+mj-lt"/>
            </a:endParaRPr>
          </a:p>
        </p:txBody>
      </p:sp>
      <p:sp>
        <p:nvSpPr>
          <p:cNvPr id="5" name="TextBox 4">
            <a:extLst>
              <a:ext uri="{FF2B5EF4-FFF2-40B4-BE49-F238E27FC236}">
                <a16:creationId xmlns:a16="http://schemas.microsoft.com/office/drawing/2014/main" id="{181D050F-67F5-FEA2-5707-C90839FFF391}"/>
              </a:ext>
            </a:extLst>
          </p:cNvPr>
          <p:cNvSpPr txBox="1"/>
          <p:nvPr/>
        </p:nvSpPr>
        <p:spPr>
          <a:xfrm>
            <a:off x="7238999" y="5825850"/>
            <a:ext cx="2018199" cy="577081"/>
          </a:xfrm>
          <a:prstGeom prst="rect">
            <a:avLst/>
          </a:prstGeom>
          <a:noFill/>
        </p:spPr>
        <p:txBody>
          <a:bodyPr wrap="square" rtlCol="0">
            <a:spAutoFit/>
          </a:bodyPr>
          <a:lstStyle/>
          <a:p>
            <a:r>
              <a:rPr lang="en-US" sz="1050" dirty="0">
                <a:solidFill>
                  <a:schemeClr val="accent1"/>
                </a:solidFill>
              </a:rPr>
              <a:t>*</a:t>
            </a:r>
            <a:r>
              <a:rPr lang="en-US" sz="1050" b="1" dirty="0">
                <a:solidFill>
                  <a:schemeClr val="accent1"/>
                </a:solidFill>
              </a:rPr>
              <a:t>Note: </a:t>
            </a:r>
          </a:p>
          <a:p>
            <a:pPr marL="285750" indent="-285750">
              <a:buFont typeface="Arial" panose="020B0604020202020204" pitchFamily="34" charset="0"/>
              <a:buChar char="•"/>
            </a:pPr>
            <a:r>
              <a:rPr lang="en-US" sz="1050" dirty="0">
                <a:solidFill>
                  <a:schemeClr val="accent1"/>
                </a:solidFill>
              </a:rPr>
              <a:t>Low Raters = Scores 1 – 3</a:t>
            </a:r>
          </a:p>
          <a:p>
            <a:pPr marL="285750" indent="-285750">
              <a:buFont typeface="Arial" panose="020B0604020202020204" pitchFamily="34" charset="0"/>
              <a:buChar char="•"/>
            </a:pPr>
            <a:r>
              <a:rPr lang="en-US" sz="1050" dirty="0">
                <a:solidFill>
                  <a:schemeClr val="accent1"/>
                </a:solidFill>
              </a:rPr>
              <a:t>High Raters = Scores 4 - 5</a:t>
            </a:r>
          </a:p>
        </p:txBody>
      </p:sp>
      <p:sp>
        <p:nvSpPr>
          <p:cNvPr id="6" name="TextBox 5">
            <a:extLst>
              <a:ext uri="{FF2B5EF4-FFF2-40B4-BE49-F238E27FC236}">
                <a16:creationId xmlns:a16="http://schemas.microsoft.com/office/drawing/2014/main" id="{D16B1494-6FBC-41EA-2C1D-8E30158737E0}"/>
              </a:ext>
            </a:extLst>
          </p:cNvPr>
          <p:cNvSpPr txBox="1"/>
          <p:nvPr/>
        </p:nvSpPr>
        <p:spPr>
          <a:xfrm>
            <a:off x="8153400" y="2096515"/>
            <a:ext cx="3728625" cy="2646878"/>
          </a:xfrm>
          <a:prstGeom prst="rect">
            <a:avLst/>
          </a:prstGeom>
          <a:noFill/>
        </p:spPr>
        <p:txBody>
          <a:bodyPr wrap="square" rtlCol="0">
            <a:spAutoFit/>
          </a:bodyPr>
          <a:lstStyle/>
          <a:p>
            <a:r>
              <a:rPr lang="en-US" sz="1400" dirty="0">
                <a:solidFill>
                  <a:schemeClr val="accent1"/>
                </a:solidFill>
              </a:rPr>
              <a:t>Overall performance is strong, with most calls rated highly. </a:t>
            </a:r>
          </a:p>
          <a:p>
            <a:endParaRPr lang="en-US" sz="1400" dirty="0">
              <a:solidFill>
                <a:schemeClr val="accent1"/>
              </a:solidFill>
            </a:endParaRPr>
          </a:p>
          <a:p>
            <a:pPr marL="285750" indent="-285750">
              <a:buFont typeface="Arial" panose="020B0604020202020204" pitchFamily="34" charset="0"/>
              <a:buChar char="•"/>
            </a:pPr>
            <a:r>
              <a:rPr lang="en-US" sz="1400" dirty="0">
                <a:solidFill>
                  <a:schemeClr val="accent1"/>
                </a:solidFill>
              </a:rPr>
              <a:t>“Dental Benefits” = Continues to show strong member satisfaction and effective issue resolution.</a:t>
            </a:r>
          </a:p>
          <a:p>
            <a:pPr marL="285750" indent="-285750">
              <a:buFont typeface="Arial" panose="020B0604020202020204" pitchFamily="34" charset="0"/>
              <a:buChar char="•"/>
            </a:pPr>
            <a:endParaRPr lang="en-US" sz="1400" dirty="0">
              <a:solidFill>
                <a:schemeClr val="accent1"/>
              </a:solidFill>
            </a:endParaRPr>
          </a:p>
          <a:p>
            <a:pPr marL="285750" indent="-285750">
              <a:buFont typeface="Arial" panose="020B0604020202020204" pitchFamily="34" charset="0"/>
              <a:buChar char="•"/>
            </a:pPr>
            <a:r>
              <a:rPr lang="en-US" sz="1400" dirty="0">
                <a:solidFill>
                  <a:schemeClr val="accent1"/>
                </a:solidFill>
              </a:rPr>
              <a:t>“Find a Dentist” = Drives the highest call volume and represents the largest opportunity area for improving member experience.</a:t>
            </a:r>
          </a:p>
          <a:p>
            <a:pPr marL="285750" indent="-285750">
              <a:buFont typeface="Arial" panose="020B0604020202020204" pitchFamily="34" charset="0"/>
              <a:buChar char="•"/>
            </a:pPr>
            <a:endParaRPr lang="en-US" sz="1200" dirty="0">
              <a:solidFill>
                <a:schemeClr val="accent1"/>
              </a:solidFill>
            </a:endParaRPr>
          </a:p>
        </p:txBody>
      </p:sp>
    </p:spTree>
    <p:extLst>
      <p:ext uri="{BB962C8B-B14F-4D97-AF65-F5344CB8AC3E}">
        <p14:creationId xmlns:p14="http://schemas.microsoft.com/office/powerpoint/2010/main" val="369864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9DADE-F753-32EF-A2DA-674956EAD85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E333F06-69E3-7DB6-F9B2-E130176A7A17}"/>
              </a:ext>
            </a:extLst>
          </p:cNvPr>
          <p:cNvSpPr>
            <a:spLocks noGrp="1"/>
          </p:cNvSpPr>
          <p:nvPr>
            <p:ph type="dt" sz="half" idx="10"/>
          </p:nvPr>
        </p:nvSpPr>
        <p:spPr>
          <a:xfrm>
            <a:off x="838200" y="6515753"/>
            <a:ext cx="2743200" cy="205722"/>
          </a:xfrm>
        </p:spPr>
        <p:txBody>
          <a:bodyPr/>
          <a:lstStyle/>
          <a:p>
            <a:fld id="{21315E1E-85DA-47BA-9921-5321DB88590F}" type="datetime1">
              <a:rPr lang="en-US" smtClean="0"/>
              <a:t>6/3/2026</a:t>
            </a:fld>
            <a:endParaRPr lang="en-US" dirty="0"/>
          </a:p>
        </p:txBody>
      </p:sp>
      <p:sp>
        <p:nvSpPr>
          <p:cNvPr id="3" name="Footer Placeholder 2">
            <a:extLst>
              <a:ext uri="{FF2B5EF4-FFF2-40B4-BE49-F238E27FC236}">
                <a16:creationId xmlns:a16="http://schemas.microsoft.com/office/drawing/2014/main" id="{83897B37-EA18-856D-812E-2BD1303D1634}"/>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022438DB-E907-CBA3-F8C0-5418199A45EE}"/>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13</a:t>
            </a:fld>
            <a:endParaRPr lang="en-US" dirty="0"/>
          </a:p>
        </p:txBody>
      </p:sp>
      <p:pic>
        <p:nvPicPr>
          <p:cNvPr id="10" name="Picture 9">
            <a:extLst>
              <a:ext uri="{FF2B5EF4-FFF2-40B4-BE49-F238E27FC236}">
                <a16:creationId xmlns:a16="http://schemas.microsoft.com/office/drawing/2014/main" id="{2CE45ECE-0E42-E2B8-F9CF-FAED5F34FE1B}"/>
              </a:ext>
            </a:extLst>
          </p:cNvPr>
          <p:cNvPicPr>
            <a:picLocks noChangeAspect="1"/>
          </p:cNvPicPr>
          <p:nvPr/>
        </p:nvPicPr>
        <p:blipFill>
          <a:blip r:embed="rId3"/>
          <a:stretch>
            <a:fillRect/>
          </a:stretch>
        </p:blipFill>
        <p:spPr>
          <a:xfrm>
            <a:off x="4038600" y="218638"/>
            <a:ext cx="7977672" cy="5990139"/>
          </a:xfrm>
          <a:prstGeom prst="rect">
            <a:avLst/>
          </a:prstGeom>
        </p:spPr>
      </p:pic>
      <p:sp>
        <p:nvSpPr>
          <p:cNvPr id="8" name="Text Placeholder 7">
            <a:extLst>
              <a:ext uri="{FF2B5EF4-FFF2-40B4-BE49-F238E27FC236}">
                <a16:creationId xmlns:a16="http://schemas.microsoft.com/office/drawing/2014/main" id="{39556C33-E7E9-9780-F7A8-024B61CF5891}"/>
              </a:ext>
            </a:extLst>
          </p:cNvPr>
          <p:cNvSpPr>
            <a:spLocks noGrp="1"/>
          </p:cNvSpPr>
          <p:nvPr>
            <p:ph type="body" sz="quarter" idx="20"/>
          </p:nvPr>
        </p:nvSpPr>
        <p:spPr>
          <a:xfrm>
            <a:off x="175728" y="1370180"/>
            <a:ext cx="4396272" cy="2425966"/>
          </a:xfrm>
          <a:solidFill>
            <a:schemeClr val="accent6"/>
          </a:solidFill>
        </p:spPr>
        <p:txBody>
          <a:bodyPr/>
          <a:lstStyle/>
          <a:p>
            <a:r>
              <a:rPr lang="en-US" sz="100" dirty="0">
                <a:solidFill>
                  <a:schemeClr val="accent1"/>
                </a:solidFill>
              </a:rPr>
              <a:t>   </a:t>
            </a:r>
          </a:p>
          <a:p>
            <a:r>
              <a:rPr lang="en-US" dirty="0">
                <a:solidFill>
                  <a:schemeClr val="accent1"/>
                </a:solidFill>
              </a:rPr>
              <a:t>Medicare and Medicaid drive the highest survey volume, with “</a:t>
            </a:r>
            <a:r>
              <a:rPr lang="en-US" i="1" dirty="0">
                <a:solidFill>
                  <a:schemeClr val="accent1"/>
                </a:solidFill>
              </a:rPr>
              <a:t>Find a Dentist</a:t>
            </a:r>
            <a:r>
              <a:rPr lang="en-US" dirty="0">
                <a:solidFill>
                  <a:schemeClr val="accent1"/>
                </a:solidFill>
              </a:rPr>
              <a:t>” and “</a:t>
            </a:r>
            <a:r>
              <a:rPr lang="en-US" i="1" dirty="0">
                <a:solidFill>
                  <a:schemeClr val="accent1"/>
                </a:solidFill>
              </a:rPr>
              <a:t>Dental Benefits</a:t>
            </a:r>
            <a:r>
              <a:rPr lang="en-US" dirty="0">
                <a:solidFill>
                  <a:schemeClr val="accent1"/>
                </a:solidFill>
              </a:rPr>
              <a:t>” serving as the primary reasons members contact the call center.</a:t>
            </a:r>
          </a:p>
          <a:p>
            <a:r>
              <a:rPr lang="en-US" dirty="0">
                <a:solidFill>
                  <a:schemeClr val="accent1"/>
                </a:solidFill>
              </a:rPr>
              <a:t>While “</a:t>
            </a:r>
            <a:r>
              <a:rPr lang="en-US" i="1" dirty="0">
                <a:solidFill>
                  <a:schemeClr val="accent1"/>
                </a:solidFill>
              </a:rPr>
              <a:t>Dental Benefits</a:t>
            </a:r>
            <a:r>
              <a:rPr lang="en-US" dirty="0">
                <a:solidFill>
                  <a:schemeClr val="accent1"/>
                </a:solidFill>
              </a:rPr>
              <a:t>” demonstrates stronger overall performance, “</a:t>
            </a:r>
            <a:r>
              <a:rPr lang="en-US" i="1" dirty="0">
                <a:solidFill>
                  <a:schemeClr val="accent1"/>
                </a:solidFill>
              </a:rPr>
              <a:t>Find a Dentist</a:t>
            </a:r>
            <a:r>
              <a:rPr lang="en-US" dirty="0">
                <a:solidFill>
                  <a:schemeClr val="accent1"/>
                </a:solidFill>
              </a:rPr>
              <a:t>” remains the largest opportunity to improve member experience through enhanced provider support and agent guidance.</a:t>
            </a:r>
          </a:p>
        </p:txBody>
      </p:sp>
      <p:sp>
        <p:nvSpPr>
          <p:cNvPr id="13" name="Title 30">
            <a:extLst>
              <a:ext uri="{FF2B5EF4-FFF2-40B4-BE49-F238E27FC236}">
                <a16:creationId xmlns:a16="http://schemas.microsoft.com/office/drawing/2014/main" id="{02668951-6B50-F654-C492-CC34D828A42B}"/>
              </a:ext>
            </a:extLst>
          </p:cNvPr>
          <p:cNvSpPr txBox="1">
            <a:spLocks/>
          </p:cNvSpPr>
          <p:nvPr/>
        </p:nvSpPr>
        <p:spPr>
          <a:xfrm>
            <a:off x="497678" y="547015"/>
            <a:ext cx="3424244" cy="665965"/>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000" kern="1200" cap="all" spc="200" baseline="0">
                <a:ln w="19050">
                  <a:solidFill>
                    <a:schemeClr val="accent1"/>
                  </a:solidFill>
                </a:ln>
                <a:noFill/>
                <a:latin typeface="+mj-lt"/>
                <a:ea typeface="+mj-ea"/>
                <a:cs typeface="+mj-cs"/>
              </a:defRPr>
            </a:lvl1pPr>
          </a:lstStyle>
          <a:p>
            <a:r>
              <a:rPr lang="en-US" dirty="0"/>
              <a:t>Summary</a:t>
            </a:r>
          </a:p>
        </p:txBody>
      </p:sp>
    </p:spTree>
    <p:extLst>
      <p:ext uri="{BB962C8B-B14F-4D97-AF65-F5344CB8AC3E}">
        <p14:creationId xmlns:p14="http://schemas.microsoft.com/office/powerpoint/2010/main" val="4266402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18535-ED89-D702-448B-8969A16DC4E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6F85AD1-011C-41BA-134B-0D9DFE8FCD95}"/>
              </a:ext>
            </a:extLst>
          </p:cNvPr>
          <p:cNvSpPr>
            <a:spLocks noGrp="1"/>
          </p:cNvSpPr>
          <p:nvPr>
            <p:ph type="dt" sz="half" idx="10"/>
          </p:nvPr>
        </p:nvSpPr>
        <p:spPr>
          <a:xfrm>
            <a:off x="838200" y="6515753"/>
            <a:ext cx="2743200" cy="205722"/>
          </a:xfrm>
        </p:spPr>
        <p:txBody>
          <a:bodyPr/>
          <a:lstStyle/>
          <a:p>
            <a:fld id="{9A66AA5A-4701-4083-934A-86A749B9E12D}" type="datetime1">
              <a:rPr lang="en-US" smtClean="0"/>
              <a:t>6/3/2026</a:t>
            </a:fld>
            <a:endParaRPr lang="en-US" dirty="0"/>
          </a:p>
        </p:txBody>
      </p:sp>
      <p:sp>
        <p:nvSpPr>
          <p:cNvPr id="3" name="Footer Placeholder 2">
            <a:extLst>
              <a:ext uri="{FF2B5EF4-FFF2-40B4-BE49-F238E27FC236}">
                <a16:creationId xmlns:a16="http://schemas.microsoft.com/office/drawing/2014/main" id="{316228E5-5164-CE36-223F-EE612BCEDD3B}"/>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147BA149-D693-9DE6-115D-3EE474512617}"/>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14</a:t>
            </a:fld>
            <a:endParaRPr lang="en-US" dirty="0"/>
          </a:p>
        </p:txBody>
      </p:sp>
      <p:sp>
        <p:nvSpPr>
          <p:cNvPr id="160" name="Text Placeholder 159">
            <a:extLst>
              <a:ext uri="{FF2B5EF4-FFF2-40B4-BE49-F238E27FC236}">
                <a16:creationId xmlns:a16="http://schemas.microsoft.com/office/drawing/2014/main" id="{0C09798D-3BC5-B1F2-4095-8E17BA91C1BA}"/>
              </a:ext>
            </a:extLst>
          </p:cNvPr>
          <p:cNvSpPr>
            <a:spLocks noGrp="1"/>
          </p:cNvSpPr>
          <p:nvPr>
            <p:ph type="body" sz="quarter" idx="16"/>
          </p:nvPr>
        </p:nvSpPr>
        <p:spPr>
          <a:xfrm>
            <a:off x="9492173" y="2978516"/>
            <a:ext cx="2381250" cy="900968"/>
          </a:xfrm>
        </p:spPr>
        <p:txBody>
          <a:bodyPr/>
          <a:lstStyle/>
          <a:p>
            <a:r>
              <a:rPr lang="en-US" sz="1800" b="1" dirty="0"/>
              <a:t>Diana Hatfield</a:t>
            </a:r>
          </a:p>
          <a:p>
            <a:r>
              <a:rPr lang="en-US" sz="900" dirty="0"/>
              <a:t>Vendor Relationship Manager </a:t>
            </a:r>
          </a:p>
          <a:p>
            <a:r>
              <a:rPr lang="en-US" sz="100" dirty="0"/>
              <a:t>                  </a:t>
            </a:r>
          </a:p>
        </p:txBody>
      </p:sp>
      <p:pic>
        <p:nvPicPr>
          <p:cNvPr id="6" name="Picture 5">
            <a:extLst>
              <a:ext uri="{FF2B5EF4-FFF2-40B4-BE49-F238E27FC236}">
                <a16:creationId xmlns:a16="http://schemas.microsoft.com/office/drawing/2014/main" id="{821B3AF0-7B04-4948-8BC4-36DC8FC9E3B1}"/>
              </a:ext>
            </a:extLst>
          </p:cNvPr>
          <p:cNvPicPr>
            <a:picLocks noChangeAspect="1"/>
          </p:cNvPicPr>
          <p:nvPr/>
        </p:nvPicPr>
        <p:blipFill>
          <a:blip r:embed="rId2"/>
          <a:stretch>
            <a:fillRect/>
          </a:stretch>
        </p:blipFill>
        <p:spPr>
          <a:xfrm>
            <a:off x="838200" y="1539088"/>
            <a:ext cx="8586457" cy="4803099"/>
          </a:xfrm>
          <a:prstGeom prst="rect">
            <a:avLst/>
          </a:prstGeom>
        </p:spPr>
      </p:pic>
      <p:sp>
        <p:nvSpPr>
          <p:cNvPr id="5" name="Title 44">
            <a:extLst>
              <a:ext uri="{FF2B5EF4-FFF2-40B4-BE49-F238E27FC236}">
                <a16:creationId xmlns:a16="http://schemas.microsoft.com/office/drawing/2014/main" id="{040E0582-1BBA-3885-542A-F092B40A241C}"/>
              </a:ext>
            </a:extLst>
          </p:cNvPr>
          <p:cNvSpPr txBox="1">
            <a:spLocks/>
          </p:cNvSpPr>
          <p:nvPr/>
        </p:nvSpPr>
        <p:spPr>
          <a:xfrm>
            <a:off x="1363680" y="515813"/>
            <a:ext cx="7848669" cy="801059"/>
          </a:xfrm>
          <a:prstGeom prst="rect">
            <a:avLst/>
          </a:prstGeom>
        </p:spPr>
        <p:txBody>
          <a:bodyPr vert="horz" lIns="91440" tIns="45720" rIns="91440" bIns="45720" rtlCol="0" anchor="ctr">
            <a:noAutofit/>
          </a:bodyPr>
          <a:lstStyle>
            <a:lvl1pPr algn="ctr" defTabSz="914400" rtl="0" eaLnBrk="1" latinLnBrk="0" hangingPunct="1">
              <a:lnSpc>
                <a:spcPct val="80000"/>
              </a:lnSpc>
              <a:spcBef>
                <a:spcPct val="0"/>
              </a:spcBef>
              <a:buNone/>
              <a:defRPr sz="4000" kern="1200" cap="all" spc="200" baseline="0">
                <a:ln w="19050">
                  <a:solidFill>
                    <a:schemeClr val="accent1"/>
                  </a:solidFill>
                </a:ln>
                <a:noFill/>
                <a:latin typeface="+mj-lt"/>
                <a:ea typeface="+mj-ea"/>
                <a:cs typeface="+mj-cs"/>
              </a:defRPr>
            </a:lvl1pPr>
          </a:lstStyle>
          <a:p>
            <a:r>
              <a:rPr lang="en-US" dirty="0"/>
              <a:t>Thank you</a:t>
            </a:r>
          </a:p>
          <a:p>
            <a:r>
              <a:rPr lang="en-US" sz="800" dirty="0"/>
              <a:t>    </a:t>
            </a:r>
          </a:p>
          <a:p>
            <a:r>
              <a:rPr lang="en-US" dirty="0"/>
              <a:t>Questions &amp; discussion?</a:t>
            </a:r>
          </a:p>
        </p:txBody>
      </p:sp>
    </p:spTree>
    <p:extLst>
      <p:ext uri="{BB962C8B-B14F-4D97-AF65-F5344CB8AC3E}">
        <p14:creationId xmlns:p14="http://schemas.microsoft.com/office/powerpoint/2010/main" val="553882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58D8D-93D4-6F14-5235-F761D8D966E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79641DB-0B05-AF3C-2BB2-484F8139950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45488" y="869141"/>
            <a:ext cx="11770458" cy="5550997"/>
          </a:xfrm>
          <a:prstGeom prst="rect">
            <a:avLst/>
          </a:prstGeom>
        </p:spPr>
      </p:pic>
      <p:sp>
        <p:nvSpPr>
          <p:cNvPr id="45" name="Title 44">
            <a:extLst>
              <a:ext uri="{FF2B5EF4-FFF2-40B4-BE49-F238E27FC236}">
                <a16:creationId xmlns:a16="http://schemas.microsoft.com/office/drawing/2014/main" id="{68F89754-11F7-5280-4422-90831A268138}"/>
              </a:ext>
            </a:extLst>
          </p:cNvPr>
          <p:cNvSpPr>
            <a:spLocks noGrp="1"/>
          </p:cNvSpPr>
          <p:nvPr>
            <p:ph type="title"/>
          </p:nvPr>
        </p:nvSpPr>
        <p:spPr>
          <a:xfrm>
            <a:off x="4038600" y="186643"/>
            <a:ext cx="3198853" cy="682498"/>
          </a:xfrm>
        </p:spPr>
        <p:txBody>
          <a:bodyPr/>
          <a:lstStyle/>
          <a:p>
            <a:r>
              <a:rPr lang="en-US" dirty="0"/>
              <a:t>Appendix</a:t>
            </a:r>
          </a:p>
        </p:txBody>
      </p:sp>
      <p:sp>
        <p:nvSpPr>
          <p:cNvPr id="24" name="Text Placeholder 23">
            <a:extLst>
              <a:ext uri="{FF2B5EF4-FFF2-40B4-BE49-F238E27FC236}">
                <a16:creationId xmlns:a16="http://schemas.microsoft.com/office/drawing/2014/main" id="{B41E5B7F-0D1C-800D-D0FB-199BDED505DE}"/>
              </a:ext>
            </a:extLst>
          </p:cNvPr>
          <p:cNvSpPr>
            <a:spLocks noGrp="1"/>
          </p:cNvSpPr>
          <p:nvPr>
            <p:ph type="body" sz="quarter" idx="17"/>
          </p:nvPr>
        </p:nvSpPr>
        <p:spPr>
          <a:xfrm>
            <a:off x="345486" y="1006862"/>
            <a:ext cx="4117871" cy="426393"/>
          </a:xfrm>
        </p:spPr>
        <p:txBody>
          <a:bodyPr anchor="t"/>
          <a:lstStyle/>
          <a:p>
            <a:r>
              <a:rPr lang="en-US" sz="2400" b="1" dirty="0">
                <a:solidFill>
                  <a:srgbClr val="0070C0"/>
                </a:solidFill>
              </a:rPr>
              <a:t>Survey definitions</a:t>
            </a:r>
          </a:p>
        </p:txBody>
      </p:sp>
      <p:sp>
        <p:nvSpPr>
          <p:cNvPr id="2" name="Date Placeholder 1">
            <a:extLst>
              <a:ext uri="{FF2B5EF4-FFF2-40B4-BE49-F238E27FC236}">
                <a16:creationId xmlns:a16="http://schemas.microsoft.com/office/drawing/2014/main" id="{FA28EA2B-A1BC-D531-FBBF-E5E0BF486EA5}"/>
              </a:ext>
            </a:extLst>
          </p:cNvPr>
          <p:cNvSpPr>
            <a:spLocks noGrp="1"/>
          </p:cNvSpPr>
          <p:nvPr>
            <p:ph type="dt" sz="half" idx="10"/>
          </p:nvPr>
        </p:nvSpPr>
        <p:spPr>
          <a:xfrm>
            <a:off x="838200" y="6515753"/>
            <a:ext cx="2743200" cy="205722"/>
          </a:xfrm>
        </p:spPr>
        <p:txBody>
          <a:bodyPr/>
          <a:lstStyle/>
          <a:p>
            <a:fld id="{21315E1E-85DA-47BA-9921-5321DB88590F}" type="datetime1">
              <a:rPr lang="en-US" smtClean="0"/>
              <a:t>6/3/2026</a:t>
            </a:fld>
            <a:endParaRPr lang="en-US" dirty="0"/>
          </a:p>
        </p:txBody>
      </p:sp>
      <p:sp>
        <p:nvSpPr>
          <p:cNvPr id="3" name="Footer Placeholder 2">
            <a:extLst>
              <a:ext uri="{FF2B5EF4-FFF2-40B4-BE49-F238E27FC236}">
                <a16:creationId xmlns:a16="http://schemas.microsoft.com/office/drawing/2014/main" id="{344348E6-0384-F60C-AE26-E527058EE0B0}"/>
              </a:ext>
            </a:extLst>
          </p:cNvPr>
          <p:cNvSpPr>
            <a:spLocks noGrp="1"/>
          </p:cNvSpPr>
          <p:nvPr>
            <p:ph type="ftr" sz="quarter" idx="11"/>
          </p:nvPr>
        </p:nvSpPr>
        <p:spPr>
          <a:xfrm>
            <a:off x="4038600" y="6515753"/>
            <a:ext cx="4114800" cy="205722"/>
          </a:xfrm>
        </p:spPr>
        <p:txBody>
          <a:bodyPr/>
          <a:lstStyle/>
          <a:p>
            <a:r>
              <a:rPr lang="en-US" dirty="0"/>
              <a:t>capstone</a:t>
            </a:r>
          </a:p>
        </p:txBody>
      </p:sp>
      <p:sp>
        <p:nvSpPr>
          <p:cNvPr id="4" name="Slide Number Placeholder 3">
            <a:extLst>
              <a:ext uri="{FF2B5EF4-FFF2-40B4-BE49-F238E27FC236}">
                <a16:creationId xmlns:a16="http://schemas.microsoft.com/office/drawing/2014/main" id="{FF1B5DD6-A152-8494-EA0F-2739E01D2BC7}"/>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15</a:t>
            </a:fld>
            <a:endParaRPr lang="en-US" dirty="0"/>
          </a:p>
        </p:txBody>
      </p:sp>
      <p:sp>
        <p:nvSpPr>
          <p:cNvPr id="6" name="TextBox 5">
            <a:extLst>
              <a:ext uri="{FF2B5EF4-FFF2-40B4-BE49-F238E27FC236}">
                <a16:creationId xmlns:a16="http://schemas.microsoft.com/office/drawing/2014/main" id="{ED9F1568-7A15-FAE4-A853-8B24DC645F08}"/>
              </a:ext>
            </a:extLst>
          </p:cNvPr>
          <p:cNvSpPr txBox="1"/>
          <p:nvPr/>
        </p:nvSpPr>
        <p:spPr>
          <a:xfrm>
            <a:off x="345487" y="1570976"/>
            <a:ext cx="5907531" cy="4339650"/>
          </a:xfrm>
          <a:prstGeom prst="rect">
            <a:avLst/>
          </a:prstGeom>
          <a:noFill/>
        </p:spPr>
        <p:txBody>
          <a:bodyPr wrap="square" rtlCol="0">
            <a:spAutoFit/>
          </a:bodyPr>
          <a:lstStyle/>
          <a:p>
            <a:r>
              <a:rPr lang="en-US" sz="1200" b="1" dirty="0">
                <a:solidFill>
                  <a:schemeClr val="bg1"/>
                </a:solidFill>
              </a:rPr>
              <a:t>High Raters</a:t>
            </a:r>
          </a:p>
          <a:p>
            <a:pPr marL="171450" indent="-171450">
              <a:buFont typeface="Arial" panose="020B0604020202020204" pitchFamily="34" charset="0"/>
              <a:buChar char="•"/>
            </a:pPr>
            <a:r>
              <a:rPr lang="en-US" sz="1200" dirty="0">
                <a:solidFill>
                  <a:schemeClr val="bg1"/>
                </a:solidFill>
              </a:rPr>
              <a:t>First Call (FCR) = Rating 1 - 2</a:t>
            </a:r>
          </a:p>
          <a:p>
            <a:pPr marL="171450" indent="-171450">
              <a:buFont typeface="Arial" panose="020B0604020202020204" pitchFamily="34" charset="0"/>
              <a:buChar char="•"/>
            </a:pPr>
            <a:r>
              <a:rPr lang="en-US" sz="1200" dirty="0">
                <a:solidFill>
                  <a:schemeClr val="bg1"/>
                </a:solidFill>
              </a:rPr>
              <a:t>Ease, Informed, Courtesy and NPS Dental = 4 - 5</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endParaRPr lang="en-US" sz="1200" dirty="0">
              <a:solidFill>
                <a:schemeClr val="bg1"/>
              </a:solidFill>
            </a:endParaRPr>
          </a:p>
          <a:p>
            <a:r>
              <a:rPr lang="en-US" sz="1200" b="1" dirty="0">
                <a:solidFill>
                  <a:schemeClr val="bg1"/>
                </a:solidFill>
              </a:rPr>
              <a:t>Low Raters</a:t>
            </a:r>
          </a:p>
          <a:p>
            <a:pPr marL="171450" indent="-171450">
              <a:buFont typeface="Arial" panose="020B0604020202020204" pitchFamily="34" charset="0"/>
              <a:buChar char="•"/>
            </a:pPr>
            <a:r>
              <a:rPr lang="en-US" sz="1200" dirty="0">
                <a:solidFill>
                  <a:schemeClr val="bg1"/>
                </a:solidFill>
              </a:rPr>
              <a:t>First Call (FCR) = Ratings ≥ 3</a:t>
            </a:r>
          </a:p>
          <a:p>
            <a:pPr marL="171450" indent="-171450">
              <a:buFont typeface="Arial" panose="020B0604020202020204" pitchFamily="34" charset="0"/>
              <a:buChar char="•"/>
            </a:pPr>
            <a:r>
              <a:rPr lang="en-US" sz="1200" dirty="0">
                <a:solidFill>
                  <a:schemeClr val="bg1"/>
                </a:solidFill>
              </a:rPr>
              <a:t>Ease, Informed, Courtesy and NPS Dental = 1 – 3</a:t>
            </a:r>
          </a:p>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endParaRPr lang="en-US" sz="1200" dirty="0">
              <a:solidFill>
                <a:schemeClr val="bg1"/>
              </a:solidFill>
            </a:endParaRPr>
          </a:p>
          <a:p>
            <a:r>
              <a:rPr lang="en-US" sz="1200" b="1" dirty="0">
                <a:solidFill>
                  <a:schemeClr val="bg1"/>
                </a:solidFill>
              </a:rPr>
              <a:t>Data Scope </a:t>
            </a:r>
          </a:p>
          <a:p>
            <a:pPr marL="171450" indent="-171450">
              <a:buFont typeface="Arial" panose="020B0604020202020204" pitchFamily="34" charset="0"/>
              <a:buChar char="•"/>
            </a:pPr>
            <a:r>
              <a:rPr lang="en-US" sz="1200" dirty="0">
                <a:solidFill>
                  <a:schemeClr val="bg1"/>
                </a:solidFill>
              </a:rPr>
              <a:t>January 2024 – April 2026 </a:t>
            </a:r>
          </a:p>
          <a:p>
            <a:pPr marL="171450" indent="-171450">
              <a:buFont typeface="Arial" panose="020B0604020202020204" pitchFamily="34" charset="0"/>
              <a:buChar char="•"/>
            </a:pPr>
            <a:r>
              <a:rPr lang="en-US" sz="1200" dirty="0">
                <a:solidFill>
                  <a:schemeClr val="bg1"/>
                </a:solidFill>
              </a:rPr>
              <a:t>64,543 surveys analyzed</a:t>
            </a:r>
          </a:p>
          <a:p>
            <a:pPr marL="171450" indent="-171450">
              <a:buFont typeface="Arial" panose="020B0604020202020204" pitchFamily="34" charset="0"/>
              <a:buChar char="•"/>
            </a:pPr>
            <a:r>
              <a:rPr lang="en-US" sz="1200" dirty="0">
                <a:solidFill>
                  <a:schemeClr val="bg1"/>
                </a:solidFill>
              </a:rPr>
              <a:t>Post-call member survey responses</a:t>
            </a:r>
          </a:p>
          <a:p>
            <a:pPr marL="285750" indent="-285750">
              <a:buFont typeface="Arial" panose="020B0604020202020204" pitchFamily="34" charset="0"/>
              <a:buChar char="•"/>
            </a:pPr>
            <a:endParaRPr lang="en-US" sz="1200" dirty="0">
              <a:solidFill>
                <a:schemeClr val="bg1"/>
              </a:solidFill>
            </a:endParaRPr>
          </a:p>
          <a:p>
            <a:pPr marL="285750" indent="-285750">
              <a:buFont typeface="Arial" panose="020B0604020202020204" pitchFamily="34" charset="0"/>
              <a:buChar char="•"/>
            </a:pPr>
            <a:endParaRPr lang="en-US" sz="1200" dirty="0">
              <a:solidFill>
                <a:schemeClr val="bg1"/>
              </a:solidFill>
            </a:endParaRPr>
          </a:p>
          <a:p>
            <a:r>
              <a:rPr lang="en-US" sz="1200" b="1" dirty="0">
                <a:solidFill>
                  <a:schemeClr val="bg1"/>
                </a:solidFill>
              </a:rPr>
              <a:t>Data Preparation</a:t>
            </a:r>
          </a:p>
          <a:p>
            <a:pPr marL="171450" indent="-171450">
              <a:buFont typeface="Arial" panose="020B0604020202020204" pitchFamily="34" charset="0"/>
              <a:buChar char="•"/>
            </a:pPr>
            <a:r>
              <a:rPr lang="en-US" sz="1200" dirty="0">
                <a:solidFill>
                  <a:schemeClr val="bg1"/>
                </a:solidFill>
              </a:rPr>
              <a:t>Blank survey responses standardized as “0” </a:t>
            </a:r>
          </a:p>
          <a:p>
            <a:pPr marL="171450" indent="-171450">
              <a:buFont typeface="Arial" panose="020B0604020202020204" pitchFamily="34" charset="0"/>
              <a:buChar char="•"/>
            </a:pPr>
            <a:r>
              <a:rPr lang="en-US" sz="1200" dirty="0">
                <a:solidFill>
                  <a:schemeClr val="bg1"/>
                </a:solidFill>
              </a:rPr>
              <a:t>Survey fields were standardized for reporting consistency</a:t>
            </a:r>
          </a:p>
          <a:p>
            <a:pPr marL="171450" indent="-171450">
              <a:buFont typeface="Arial" panose="020B0604020202020204" pitchFamily="34" charset="0"/>
              <a:buChar char="•"/>
            </a:pPr>
            <a:r>
              <a:rPr lang="en-US" sz="1200" dirty="0">
                <a:solidFill>
                  <a:schemeClr val="bg1"/>
                </a:solidFill>
              </a:rPr>
              <a:t>Analysis focused on:</a:t>
            </a:r>
          </a:p>
          <a:p>
            <a:pPr marL="628650" lvl="1" indent="-171450">
              <a:buFont typeface="Courier New" panose="02070309020205020404" pitchFamily="49" charset="0"/>
              <a:buChar char="o"/>
            </a:pPr>
            <a:r>
              <a:rPr lang="en-US" sz="1200" dirty="0">
                <a:solidFill>
                  <a:schemeClr val="bg1"/>
                </a:solidFill>
              </a:rPr>
              <a:t>Call Reason</a:t>
            </a:r>
          </a:p>
          <a:p>
            <a:pPr marL="628650" lvl="1" indent="-171450">
              <a:buFont typeface="Courier New" panose="02070309020205020404" pitchFamily="49" charset="0"/>
              <a:buChar char="o"/>
            </a:pPr>
            <a:r>
              <a:rPr lang="en-US" sz="1200" dirty="0">
                <a:solidFill>
                  <a:schemeClr val="bg1"/>
                </a:solidFill>
              </a:rPr>
              <a:t>Line of Business</a:t>
            </a:r>
          </a:p>
          <a:p>
            <a:pPr marL="628650" lvl="1" indent="-171450">
              <a:buFont typeface="Courier New" panose="02070309020205020404" pitchFamily="49" charset="0"/>
              <a:buChar char="o"/>
            </a:pPr>
            <a:r>
              <a:rPr lang="en-US" sz="1200" dirty="0">
                <a:solidFill>
                  <a:schemeClr val="bg1"/>
                </a:solidFill>
              </a:rPr>
              <a:t>Member Satisfaction Indicators</a:t>
            </a:r>
          </a:p>
        </p:txBody>
      </p:sp>
    </p:spTree>
    <p:extLst>
      <p:ext uri="{BB962C8B-B14F-4D97-AF65-F5344CB8AC3E}">
        <p14:creationId xmlns:p14="http://schemas.microsoft.com/office/powerpoint/2010/main" val="2527891849"/>
      </p:ext>
    </p:extLst>
  </p:cSld>
  <p:clrMapOvr>
    <a:masterClrMapping/>
  </p:clrMapOvr>
</p:sld>
</file>

<file path=ppt/theme/theme1.xml><?xml version="1.0" encoding="utf-8"?>
<a:theme xmlns:a="http://schemas.openxmlformats.org/drawingml/2006/main" name="Office Theme">
  <a:themeElements>
    <a:clrScheme name="Custom 22">
      <a:dk1>
        <a:sysClr val="windowText" lastClr="000000"/>
      </a:dk1>
      <a:lt1>
        <a:sysClr val="window" lastClr="FFFFFF"/>
      </a:lt1>
      <a:dk2>
        <a:srgbClr val="44546A"/>
      </a:dk2>
      <a:lt2>
        <a:srgbClr val="E7E6E6"/>
      </a:lt2>
      <a:accent1>
        <a:srgbClr val="155463"/>
      </a:accent1>
      <a:accent2>
        <a:srgbClr val="A8CADC"/>
      </a:accent2>
      <a:accent3>
        <a:srgbClr val="74A9EA"/>
      </a:accent3>
      <a:accent4>
        <a:srgbClr val="04B3C3"/>
      </a:accent4>
      <a:accent5>
        <a:srgbClr val="5F8473"/>
      </a:accent5>
      <a:accent6>
        <a:srgbClr val="D1EF59"/>
      </a:accent6>
      <a:hlink>
        <a:srgbClr val="0563C1"/>
      </a:hlink>
      <a:folHlink>
        <a:srgbClr val="954F72"/>
      </a:folHlink>
    </a:clrScheme>
    <a:fontScheme name="Custom 29">
      <a:majorFont>
        <a:latin typeface="Seaford Bold"/>
        <a:ea typeface=""/>
        <a:cs typeface=""/>
      </a:majorFont>
      <a:minorFont>
        <a:latin typeface="Quir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lthcare Pitch Deck_TM89652269_Win32_JC_v2" id="{F8764AB5-AEEF-4CC2-ABB0-6738C12D74B7}" vid="{4B84277E-49D1-4747-AC5A-A160BBEACD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B7064F8B-46A2-4F22-9203-449568FB5893}">
  <ds:schemaRefs>
    <ds:schemaRef ds:uri="http://schemas.microsoft.com/sharepoint/v3/contenttype/forms"/>
  </ds:schemaRefs>
</ds:datastoreItem>
</file>

<file path=customXml/itemProps2.xml><?xml version="1.0" encoding="utf-8"?>
<ds:datastoreItem xmlns:ds="http://schemas.openxmlformats.org/officeDocument/2006/customXml" ds:itemID="{4984FD82-9185-4244-A7C8-36B2990083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F4F0A7-9599-4FE3-A548-853A09CF02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Healthcare pitch deck</Template>
  <TotalTime>1897</TotalTime>
  <Words>1229</Words>
  <Application>Microsoft Office PowerPoint</Application>
  <PresentationFormat>Widescreen</PresentationFormat>
  <Paragraphs>193</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Abadi</vt:lpstr>
      <vt:lpstr>Arial</vt:lpstr>
      <vt:lpstr>Calibri</vt:lpstr>
      <vt:lpstr>Courier New</vt:lpstr>
      <vt:lpstr>Quire Sans</vt:lpstr>
      <vt:lpstr>Seaford</vt:lpstr>
      <vt:lpstr>Seaford Bold</vt:lpstr>
      <vt:lpstr>Office Theme</vt:lpstr>
      <vt:lpstr>After Call Survey  INSIGHTS  </vt:lpstr>
      <vt:lpstr>Purpose</vt:lpstr>
      <vt:lpstr>Methodology</vt:lpstr>
      <vt:lpstr>Member journey</vt:lpstr>
      <vt:lpstr>Survey Questions</vt:lpstr>
      <vt:lpstr>Total surveys received</vt:lpstr>
      <vt:lpstr>Call Reasons</vt:lpstr>
      <vt:lpstr>Low Raters understanding Drivers of dissatisfaction </vt:lpstr>
      <vt:lpstr>Low raters</vt:lpstr>
      <vt:lpstr>HIGH RATERS drivers of positive member experience</vt:lpstr>
      <vt:lpstr>High raters</vt:lpstr>
      <vt:lpstr>Comparison </vt:lpstr>
      <vt:lpstr>PowerPoint Presentation</vt:lpstr>
      <vt:lpstr>PowerPoint Presentation</vt:lpstr>
      <vt:lpstr>Appendix</vt:lpstr>
    </vt:vector>
  </TitlesOfParts>
  <Company>HF Management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Hatfield, Diana</dc:creator>
  <cp:lastModifiedBy>Hatfield, Diana</cp:lastModifiedBy>
  <cp:revision>2</cp:revision>
  <dcterms:created xsi:type="dcterms:W3CDTF">2026-05-12T14:15:58Z</dcterms:created>
  <dcterms:modified xsi:type="dcterms:W3CDTF">2026-06-03T20:16:57Z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f4882f12-421b-44e0-be57-0bd76256c3e5_Enabled">
    <vt:lpwstr>true</vt:lpwstr>
  </property>
  <property fmtid="{D5CDD505-2E9C-101B-9397-08002B2CF9AE}" pid="4" name="MSIP_Label_f4882f12-421b-44e0-be57-0bd76256c3e5_SetDate">
    <vt:lpwstr>2026-05-12T14:18:44Z</vt:lpwstr>
  </property>
  <property fmtid="{D5CDD505-2E9C-101B-9397-08002B2CF9AE}" pid="5" name="MSIP_Label_f4882f12-421b-44e0-be57-0bd76256c3e5_Method">
    <vt:lpwstr>Standard</vt:lpwstr>
  </property>
  <property fmtid="{D5CDD505-2E9C-101B-9397-08002B2CF9AE}" pid="6" name="MSIP_Label_f4882f12-421b-44e0-be57-0bd76256c3e5_Name">
    <vt:lpwstr>General Business Data</vt:lpwstr>
  </property>
  <property fmtid="{D5CDD505-2E9C-101B-9397-08002B2CF9AE}" pid="7" name="MSIP_Label_f4882f12-421b-44e0-be57-0bd76256c3e5_SiteId">
    <vt:lpwstr>7697727b-2a23-4f42-a66c-02ef2bb7fd6b</vt:lpwstr>
  </property>
  <property fmtid="{D5CDD505-2E9C-101B-9397-08002B2CF9AE}" pid="8" name="MSIP_Label_f4882f12-421b-44e0-be57-0bd76256c3e5_ActionId">
    <vt:lpwstr>e7936a5e-a004-4187-ae7c-cbcb7239124b</vt:lpwstr>
  </property>
  <property fmtid="{D5CDD505-2E9C-101B-9397-08002B2CF9AE}" pid="9" name="MSIP_Label_f4882f12-421b-44e0-be57-0bd76256c3e5_ContentBits">
    <vt:lpwstr>0</vt:lpwstr>
  </property>
  <property fmtid="{D5CDD505-2E9C-101B-9397-08002B2CF9AE}" pid="10" name="MSIP_Label_f4882f12-421b-44e0-be57-0bd76256c3e5_Tag">
    <vt:lpwstr>10, 3, 0, 1</vt:lpwstr>
  </property>
</Properties>
</file>